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27"/>
  </p:notesMasterIdLst>
  <p:handoutMasterIdLst>
    <p:handoutMasterId r:id="rId28"/>
  </p:handoutMasterIdLst>
  <p:sldIdLst>
    <p:sldId id="317" r:id="rId5"/>
    <p:sldId id="309" r:id="rId6"/>
    <p:sldId id="331" r:id="rId7"/>
    <p:sldId id="324" r:id="rId8"/>
    <p:sldId id="335" r:id="rId9"/>
    <p:sldId id="332" r:id="rId10"/>
    <p:sldId id="337" r:id="rId11"/>
    <p:sldId id="334" r:id="rId12"/>
    <p:sldId id="321" r:id="rId13"/>
    <p:sldId id="312" r:id="rId14"/>
    <p:sldId id="319" r:id="rId15"/>
    <p:sldId id="322" r:id="rId16"/>
    <p:sldId id="326" r:id="rId17"/>
    <p:sldId id="327" r:id="rId18"/>
    <p:sldId id="328" r:id="rId19"/>
    <p:sldId id="311" r:id="rId20"/>
    <p:sldId id="338" r:id="rId21"/>
    <p:sldId id="310" r:id="rId22"/>
    <p:sldId id="329" r:id="rId23"/>
    <p:sldId id="330" r:id="rId24"/>
    <p:sldId id="339"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B5854"/>
    <a:srgbClr val="AD5C4D"/>
    <a:srgbClr val="636A58"/>
    <a:srgbClr val="505A47"/>
    <a:srgbClr val="D1D8B7"/>
    <a:srgbClr val="A09D79"/>
    <a:srgbClr val="543E35"/>
    <a:srgbClr val="637700"/>
    <a:srgbClr val="FFF4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94" autoAdjust="0"/>
    <p:restoredTop sz="95405" autoAdjust="0"/>
  </p:normalViewPr>
  <p:slideViewPr>
    <p:cSldViewPr snapToGrid="0">
      <p:cViewPr varScale="1">
        <p:scale>
          <a:sx n="59" d="100"/>
          <a:sy n="59" d="100"/>
        </p:scale>
        <p:origin x="808" y="36"/>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D1B35D-0EBD-4B8F-927A-7ECEE84246A8}" type="doc">
      <dgm:prSet loTypeId="urn:microsoft.com/office/officeart/2005/8/layout/radial1" loCatId="relationship" qsTypeId="urn:microsoft.com/office/officeart/2005/8/quickstyle/simple1" qsCatId="simple" csTypeId="urn:microsoft.com/office/officeart/2005/8/colors/colorful5" csCatId="colorful" phldr="1"/>
      <dgm:spPr/>
      <dgm:t>
        <a:bodyPr/>
        <a:lstStyle/>
        <a:p>
          <a:endParaRPr lang="en-IN"/>
        </a:p>
      </dgm:t>
    </dgm:pt>
    <dgm:pt modelId="{C44BAE79-56CA-47ED-931B-239134106829}">
      <dgm:prSet phldrT="[Text]" custT="1"/>
      <dgm:spPr>
        <a:solidFill>
          <a:schemeClr val="accent3">
            <a:lumMod val="75000"/>
          </a:schemeClr>
        </a:solidFill>
      </dgm:spPr>
      <dgm:t>
        <a:bodyPr/>
        <a:lstStyle/>
        <a:p>
          <a:pPr algn="ctr"/>
          <a:r>
            <a:rPr lang="en-IN" sz="1600" b="1" u="none" dirty="0">
              <a:solidFill>
                <a:srgbClr val="000000"/>
              </a:solidFill>
              <a:latin typeface="Times New Roman" panose="02020603050405020304" pitchFamily="18" charset="0"/>
              <a:cs typeface="Times New Roman" panose="02020603050405020304" pitchFamily="18" charset="0"/>
            </a:rPr>
            <a:t>IDENTIFICATION OF RESEARCH GAP</a:t>
          </a:r>
        </a:p>
      </dgm:t>
    </dgm:pt>
    <dgm:pt modelId="{94C04340-B245-4A79-B200-FAC185BBE488}" type="parTrans" cxnId="{1D0A743E-D831-462C-94E7-A6051C6599BD}">
      <dgm:prSet/>
      <dgm:spPr/>
      <dgm:t>
        <a:bodyPr/>
        <a:lstStyle/>
        <a:p>
          <a:endParaRPr lang="en-IN"/>
        </a:p>
      </dgm:t>
    </dgm:pt>
    <dgm:pt modelId="{32268224-B26A-4039-A35E-9C3FBE302B5B}" type="sibTrans" cxnId="{1D0A743E-D831-462C-94E7-A6051C6599BD}">
      <dgm:prSet/>
      <dgm:spPr/>
      <dgm:t>
        <a:bodyPr/>
        <a:lstStyle/>
        <a:p>
          <a:endParaRPr lang="en-IN"/>
        </a:p>
      </dgm:t>
    </dgm:pt>
    <dgm:pt modelId="{041217BA-632E-43B8-9AF4-CDD991257BE9}">
      <dgm:prSet phldrT="[Text]" custT="1"/>
      <dgm:spPr>
        <a:solidFill>
          <a:schemeClr val="accent3">
            <a:lumMod val="60000"/>
            <a:lumOff val="40000"/>
          </a:schemeClr>
        </a:solidFill>
      </dgm:spPr>
      <dgm:t>
        <a:bodyPr/>
        <a:lstStyle/>
        <a:p>
          <a:pPr algn="ctr"/>
          <a:r>
            <a:rPr lang="en-IN" sz="2000" b="0" u="none" dirty="0">
              <a:solidFill>
                <a:srgbClr val="000000"/>
              </a:solidFill>
              <a:latin typeface="Times New Roman" panose="02020603050405020304" pitchFamily="18" charset="0"/>
              <a:cs typeface="Times New Roman" panose="02020603050405020304" pitchFamily="18" charset="0"/>
            </a:rPr>
            <a:t>Lack of integrated air quality and climate models</a:t>
          </a:r>
        </a:p>
      </dgm:t>
    </dgm:pt>
    <dgm:pt modelId="{158EB63C-0116-4D07-947D-E3947B7C7CDB}" type="parTrans" cxnId="{7E74CFF8-9A45-4D93-AA72-6C18D11A23FB}">
      <dgm:prSet/>
      <dgm:spPr>
        <a:ln>
          <a:solidFill>
            <a:schemeClr val="accent6">
              <a:lumMod val="10000"/>
            </a:schemeClr>
          </a:solidFill>
        </a:ln>
      </dgm:spPr>
      <dgm:t>
        <a:bodyPr/>
        <a:lstStyle/>
        <a:p>
          <a:endParaRPr lang="en-IN"/>
        </a:p>
      </dgm:t>
    </dgm:pt>
    <dgm:pt modelId="{90F3D439-F802-4F75-9BD3-20C464074A61}" type="sibTrans" cxnId="{7E74CFF8-9A45-4D93-AA72-6C18D11A23FB}">
      <dgm:prSet/>
      <dgm:spPr/>
      <dgm:t>
        <a:bodyPr/>
        <a:lstStyle/>
        <a:p>
          <a:endParaRPr lang="en-IN"/>
        </a:p>
      </dgm:t>
    </dgm:pt>
    <dgm:pt modelId="{2CA0559A-B5D4-4015-8B19-48D534936D80}">
      <dgm:prSet phldrT="[Text]" custT="1"/>
      <dgm:spPr>
        <a:solidFill>
          <a:schemeClr val="accent3">
            <a:lumMod val="60000"/>
            <a:lumOff val="40000"/>
          </a:schemeClr>
        </a:solidFill>
      </dgm:spPr>
      <dgm:t>
        <a:bodyPr/>
        <a:lstStyle/>
        <a:p>
          <a:pPr algn="ctr"/>
          <a:r>
            <a:rPr lang="en-IN" sz="2000" b="0" u="none" dirty="0">
              <a:solidFill>
                <a:srgbClr val="000000"/>
              </a:solidFill>
              <a:latin typeface="Times New Roman" panose="02020603050405020304" pitchFamily="18" charset="0"/>
              <a:cs typeface="Times New Roman" panose="02020603050405020304" pitchFamily="18" charset="0"/>
            </a:rPr>
            <a:t>Limited temporal and spatial data analysis</a:t>
          </a:r>
        </a:p>
      </dgm:t>
    </dgm:pt>
    <dgm:pt modelId="{22DC45A2-75D3-4ADF-9935-609D8EBB0DE6}" type="parTrans" cxnId="{394FD707-899B-41E8-A067-9E247DD48F08}">
      <dgm:prSet/>
      <dgm:spPr>
        <a:ln>
          <a:solidFill>
            <a:schemeClr val="accent6">
              <a:lumMod val="10000"/>
            </a:schemeClr>
          </a:solidFill>
        </a:ln>
      </dgm:spPr>
      <dgm:t>
        <a:bodyPr/>
        <a:lstStyle/>
        <a:p>
          <a:endParaRPr lang="en-IN"/>
        </a:p>
      </dgm:t>
    </dgm:pt>
    <dgm:pt modelId="{996E8CAF-70FA-4EBE-B5DF-EB194F8101CB}" type="sibTrans" cxnId="{394FD707-899B-41E8-A067-9E247DD48F08}">
      <dgm:prSet/>
      <dgm:spPr/>
      <dgm:t>
        <a:bodyPr/>
        <a:lstStyle/>
        <a:p>
          <a:endParaRPr lang="en-IN"/>
        </a:p>
      </dgm:t>
    </dgm:pt>
    <dgm:pt modelId="{A05B36A5-661E-4298-A6DF-47A6B9448B44}">
      <dgm:prSet phldrT="[Text]" custT="1"/>
      <dgm:spPr>
        <a:solidFill>
          <a:schemeClr val="accent3">
            <a:lumMod val="60000"/>
            <a:lumOff val="40000"/>
          </a:schemeClr>
        </a:solidFill>
      </dgm:spPr>
      <dgm:t>
        <a:bodyPr/>
        <a:lstStyle/>
        <a:p>
          <a:pPr algn="ctr"/>
          <a:r>
            <a:rPr lang="en-IN" sz="2000" b="0" u="none" dirty="0">
              <a:solidFill>
                <a:srgbClr val="000000"/>
              </a:solidFill>
              <a:latin typeface="Times New Roman" panose="02020603050405020304" pitchFamily="18" charset="0"/>
              <a:cs typeface="Times New Roman" panose="02020603050405020304" pitchFamily="18" charset="0"/>
            </a:rPr>
            <a:t>Ineffective assessment of existing policies</a:t>
          </a:r>
        </a:p>
      </dgm:t>
    </dgm:pt>
    <dgm:pt modelId="{85619CC6-A5FE-4C1F-AB24-BB19FA54B00E}" type="parTrans" cxnId="{B7C5C490-5747-4BBB-87EE-9772C6D0C2C5}">
      <dgm:prSet/>
      <dgm:spPr>
        <a:ln>
          <a:solidFill>
            <a:schemeClr val="accent6">
              <a:lumMod val="10000"/>
            </a:schemeClr>
          </a:solidFill>
        </a:ln>
      </dgm:spPr>
      <dgm:t>
        <a:bodyPr/>
        <a:lstStyle/>
        <a:p>
          <a:endParaRPr lang="en-IN"/>
        </a:p>
      </dgm:t>
    </dgm:pt>
    <dgm:pt modelId="{43BADF3C-72D3-445D-B800-7A91335FD06B}" type="sibTrans" cxnId="{B7C5C490-5747-4BBB-87EE-9772C6D0C2C5}">
      <dgm:prSet/>
      <dgm:spPr/>
      <dgm:t>
        <a:bodyPr/>
        <a:lstStyle/>
        <a:p>
          <a:endParaRPr lang="en-IN"/>
        </a:p>
      </dgm:t>
    </dgm:pt>
    <dgm:pt modelId="{0D62DB32-FF80-4882-B926-78E29D4123F2}">
      <dgm:prSet phldrT="[Text]" custT="1"/>
      <dgm:spPr>
        <a:solidFill>
          <a:schemeClr val="accent3">
            <a:lumMod val="60000"/>
            <a:lumOff val="40000"/>
          </a:schemeClr>
        </a:solidFill>
      </dgm:spPr>
      <dgm:t>
        <a:bodyPr/>
        <a:lstStyle/>
        <a:p>
          <a:pPr algn="ctr"/>
          <a:r>
            <a:rPr lang="en-IN" sz="2000" b="0" dirty="0">
              <a:solidFill>
                <a:schemeClr val="tx1"/>
              </a:solidFill>
              <a:latin typeface="Times New Roman" panose="02020603050405020304" pitchFamily="18" charset="0"/>
              <a:cs typeface="Times New Roman" panose="02020603050405020304" pitchFamily="18" charset="0"/>
            </a:rPr>
            <a:t>Overlooked Environment specific approach</a:t>
          </a:r>
          <a:endParaRPr lang="en-IN" sz="2000" b="0" u="none" dirty="0">
            <a:solidFill>
              <a:schemeClr val="tx1"/>
            </a:solidFill>
            <a:latin typeface="Times New Roman" panose="02020603050405020304" pitchFamily="18" charset="0"/>
            <a:cs typeface="Times New Roman" panose="02020603050405020304" pitchFamily="18" charset="0"/>
          </a:endParaRPr>
        </a:p>
      </dgm:t>
    </dgm:pt>
    <dgm:pt modelId="{78C168C9-2493-4D3F-8D89-AFC352B61179}" type="parTrans" cxnId="{C3DFEF09-5777-4B30-8255-16F7BCFBD7D1}">
      <dgm:prSet/>
      <dgm:spPr>
        <a:ln>
          <a:solidFill>
            <a:schemeClr val="accent6">
              <a:lumMod val="10000"/>
            </a:schemeClr>
          </a:solidFill>
        </a:ln>
      </dgm:spPr>
      <dgm:t>
        <a:bodyPr/>
        <a:lstStyle/>
        <a:p>
          <a:endParaRPr lang="en-IN"/>
        </a:p>
      </dgm:t>
    </dgm:pt>
    <dgm:pt modelId="{40EF581B-F93C-4B9E-B30E-9319C92F3A41}" type="sibTrans" cxnId="{C3DFEF09-5777-4B30-8255-16F7BCFBD7D1}">
      <dgm:prSet/>
      <dgm:spPr/>
      <dgm:t>
        <a:bodyPr/>
        <a:lstStyle/>
        <a:p>
          <a:endParaRPr lang="en-IN"/>
        </a:p>
      </dgm:t>
    </dgm:pt>
    <dgm:pt modelId="{42D9E419-B6B6-4D83-9964-8E1B34800EDD}" type="pres">
      <dgm:prSet presAssocID="{64D1B35D-0EBD-4B8F-927A-7ECEE84246A8}" presName="cycle" presStyleCnt="0">
        <dgm:presLayoutVars>
          <dgm:chMax val="1"/>
          <dgm:dir/>
          <dgm:animLvl val="ctr"/>
          <dgm:resizeHandles val="exact"/>
        </dgm:presLayoutVars>
      </dgm:prSet>
      <dgm:spPr/>
    </dgm:pt>
    <dgm:pt modelId="{74930FF8-A3C8-4BA7-A17A-8DDB7874862B}" type="pres">
      <dgm:prSet presAssocID="{C44BAE79-56CA-47ED-931B-239134106829}" presName="centerShape" presStyleLbl="node0" presStyleIdx="0" presStyleCnt="1" custScaleX="139749" custScaleY="128417"/>
      <dgm:spPr/>
    </dgm:pt>
    <dgm:pt modelId="{664B7E9F-CC27-4EF9-9987-1E25B17D2211}" type="pres">
      <dgm:prSet presAssocID="{158EB63C-0116-4D07-947D-E3947B7C7CDB}" presName="Name9" presStyleLbl="parChTrans1D2" presStyleIdx="0" presStyleCnt="4"/>
      <dgm:spPr/>
    </dgm:pt>
    <dgm:pt modelId="{0C9926C8-B70E-46BC-A6C0-780D134C6EF0}" type="pres">
      <dgm:prSet presAssocID="{158EB63C-0116-4D07-947D-E3947B7C7CDB}" presName="connTx" presStyleLbl="parChTrans1D2" presStyleIdx="0" presStyleCnt="4"/>
      <dgm:spPr/>
    </dgm:pt>
    <dgm:pt modelId="{8C37ED95-4E20-4BCE-A8A5-4D9883DBF397}" type="pres">
      <dgm:prSet presAssocID="{041217BA-632E-43B8-9AF4-CDD991257BE9}" presName="node" presStyleLbl="node1" presStyleIdx="0" presStyleCnt="4" custScaleX="113525" custScaleY="105507">
        <dgm:presLayoutVars>
          <dgm:bulletEnabled val="1"/>
        </dgm:presLayoutVars>
      </dgm:prSet>
      <dgm:spPr/>
    </dgm:pt>
    <dgm:pt modelId="{9D076B08-70A5-4D03-8D8A-48A9320EF368}" type="pres">
      <dgm:prSet presAssocID="{22DC45A2-75D3-4ADF-9935-609D8EBB0DE6}" presName="Name9" presStyleLbl="parChTrans1D2" presStyleIdx="1" presStyleCnt="4"/>
      <dgm:spPr/>
    </dgm:pt>
    <dgm:pt modelId="{B98C235B-69B1-414A-9088-8367FC736EF5}" type="pres">
      <dgm:prSet presAssocID="{22DC45A2-75D3-4ADF-9935-609D8EBB0DE6}" presName="connTx" presStyleLbl="parChTrans1D2" presStyleIdx="1" presStyleCnt="4"/>
      <dgm:spPr/>
    </dgm:pt>
    <dgm:pt modelId="{B11F4D9B-1CC4-4183-9A0D-736D4507B258}" type="pres">
      <dgm:prSet presAssocID="{2CA0559A-B5D4-4015-8B19-48D534936D80}" presName="node" presStyleLbl="node1" presStyleIdx="1" presStyleCnt="4" custScaleX="115056" custScaleY="107561" custRadScaleRad="111001" custRadScaleInc="1948">
        <dgm:presLayoutVars>
          <dgm:bulletEnabled val="1"/>
        </dgm:presLayoutVars>
      </dgm:prSet>
      <dgm:spPr/>
    </dgm:pt>
    <dgm:pt modelId="{75F4A3FD-0051-4AC8-A43C-E4C36875BBF6}" type="pres">
      <dgm:prSet presAssocID="{85619CC6-A5FE-4C1F-AB24-BB19FA54B00E}" presName="Name9" presStyleLbl="parChTrans1D2" presStyleIdx="2" presStyleCnt="4"/>
      <dgm:spPr/>
    </dgm:pt>
    <dgm:pt modelId="{1DCEA18F-F818-45FC-8C2E-3BC68C455C71}" type="pres">
      <dgm:prSet presAssocID="{85619CC6-A5FE-4C1F-AB24-BB19FA54B00E}" presName="connTx" presStyleLbl="parChTrans1D2" presStyleIdx="2" presStyleCnt="4"/>
      <dgm:spPr/>
    </dgm:pt>
    <dgm:pt modelId="{B262353A-9AEB-4C68-A148-F3730FF79142}" type="pres">
      <dgm:prSet presAssocID="{A05B36A5-661E-4298-A6DF-47A6B9448B44}" presName="node" presStyleLbl="node1" presStyleIdx="2" presStyleCnt="4" custScaleX="116513" custScaleY="116593">
        <dgm:presLayoutVars>
          <dgm:bulletEnabled val="1"/>
        </dgm:presLayoutVars>
      </dgm:prSet>
      <dgm:spPr/>
    </dgm:pt>
    <dgm:pt modelId="{89360B9E-161C-46D5-B1EB-8EA1D643C9CE}" type="pres">
      <dgm:prSet presAssocID="{78C168C9-2493-4D3F-8D89-AFC352B61179}" presName="Name9" presStyleLbl="parChTrans1D2" presStyleIdx="3" presStyleCnt="4"/>
      <dgm:spPr/>
    </dgm:pt>
    <dgm:pt modelId="{216BB2BC-8592-44EA-B0F5-C3C073CEABC1}" type="pres">
      <dgm:prSet presAssocID="{78C168C9-2493-4D3F-8D89-AFC352B61179}" presName="connTx" presStyleLbl="parChTrans1D2" presStyleIdx="3" presStyleCnt="4"/>
      <dgm:spPr/>
    </dgm:pt>
    <dgm:pt modelId="{0A11EBBA-39A1-43E6-A67F-AF6A7BF6AD79}" type="pres">
      <dgm:prSet presAssocID="{0D62DB32-FF80-4882-B926-78E29D4123F2}" presName="node" presStyleLbl="node1" presStyleIdx="3" presStyleCnt="4" custScaleX="115033" custScaleY="112043" custRadScaleRad="112375" custRadScaleInc="-1924">
        <dgm:presLayoutVars>
          <dgm:bulletEnabled val="1"/>
        </dgm:presLayoutVars>
      </dgm:prSet>
      <dgm:spPr/>
    </dgm:pt>
  </dgm:ptLst>
  <dgm:cxnLst>
    <dgm:cxn modelId="{394FD707-899B-41E8-A067-9E247DD48F08}" srcId="{C44BAE79-56CA-47ED-931B-239134106829}" destId="{2CA0559A-B5D4-4015-8B19-48D534936D80}" srcOrd="1" destOrd="0" parTransId="{22DC45A2-75D3-4ADF-9935-609D8EBB0DE6}" sibTransId="{996E8CAF-70FA-4EBE-B5DF-EB194F8101CB}"/>
    <dgm:cxn modelId="{C3DFEF09-5777-4B30-8255-16F7BCFBD7D1}" srcId="{C44BAE79-56CA-47ED-931B-239134106829}" destId="{0D62DB32-FF80-4882-B926-78E29D4123F2}" srcOrd="3" destOrd="0" parTransId="{78C168C9-2493-4D3F-8D89-AFC352B61179}" sibTransId="{40EF581B-F93C-4B9E-B30E-9319C92F3A41}"/>
    <dgm:cxn modelId="{B90C7029-053B-47F0-917C-7318E0E54D89}" type="presOf" srcId="{78C168C9-2493-4D3F-8D89-AFC352B61179}" destId="{216BB2BC-8592-44EA-B0F5-C3C073CEABC1}" srcOrd="1" destOrd="0" presId="urn:microsoft.com/office/officeart/2005/8/layout/radial1"/>
    <dgm:cxn modelId="{4336612C-FEFF-462B-99AD-B1599AE36360}" type="presOf" srcId="{85619CC6-A5FE-4C1F-AB24-BB19FA54B00E}" destId="{1DCEA18F-F818-45FC-8C2E-3BC68C455C71}" srcOrd="1" destOrd="0" presId="urn:microsoft.com/office/officeart/2005/8/layout/radial1"/>
    <dgm:cxn modelId="{DB2AF731-5651-42CB-907A-0E73C93BAF2E}" type="presOf" srcId="{2CA0559A-B5D4-4015-8B19-48D534936D80}" destId="{B11F4D9B-1CC4-4183-9A0D-736D4507B258}" srcOrd="0" destOrd="0" presId="urn:microsoft.com/office/officeart/2005/8/layout/radial1"/>
    <dgm:cxn modelId="{4E003C3A-FDBF-43A2-9494-05DE646007DB}" type="presOf" srcId="{041217BA-632E-43B8-9AF4-CDD991257BE9}" destId="{8C37ED95-4E20-4BCE-A8A5-4D9883DBF397}" srcOrd="0" destOrd="0" presId="urn:microsoft.com/office/officeart/2005/8/layout/radial1"/>
    <dgm:cxn modelId="{1D0A743E-D831-462C-94E7-A6051C6599BD}" srcId="{64D1B35D-0EBD-4B8F-927A-7ECEE84246A8}" destId="{C44BAE79-56CA-47ED-931B-239134106829}" srcOrd="0" destOrd="0" parTransId="{94C04340-B245-4A79-B200-FAC185BBE488}" sibTransId="{32268224-B26A-4039-A35E-9C3FBE302B5B}"/>
    <dgm:cxn modelId="{5D592C5D-FEDA-42CE-B8D6-244594BC7648}" type="presOf" srcId="{64D1B35D-0EBD-4B8F-927A-7ECEE84246A8}" destId="{42D9E419-B6B6-4D83-9964-8E1B34800EDD}" srcOrd="0" destOrd="0" presId="urn:microsoft.com/office/officeart/2005/8/layout/radial1"/>
    <dgm:cxn modelId="{8959C66F-9021-43D4-9FA1-8A9E4ACE1A57}" type="presOf" srcId="{22DC45A2-75D3-4ADF-9935-609D8EBB0DE6}" destId="{9D076B08-70A5-4D03-8D8A-48A9320EF368}" srcOrd="0" destOrd="0" presId="urn:microsoft.com/office/officeart/2005/8/layout/radial1"/>
    <dgm:cxn modelId="{38992750-3F5D-41FF-9F9F-E1E41031FEC2}" type="presOf" srcId="{0D62DB32-FF80-4882-B926-78E29D4123F2}" destId="{0A11EBBA-39A1-43E6-A67F-AF6A7BF6AD79}" srcOrd="0" destOrd="0" presId="urn:microsoft.com/office/officeart/2005/8/layout/radial1"/>
    <dgm:cxn modelId="{A0949377-E63F-41B6-96FB-BB88F2547DE9}" type="presOf" srcId="{A05B36A5-661E-4298-A6DF-47A6B9448B44}" destId="{B262353A-9AEB-4C68-A148-F3730FF79142}" srcOrd="0" destOrd="0" presId="urn:microsoft.com/office/officeart/2005/8/layout/radial1"/>
    <dgm:cxn modelId="{B7C5C490-5747-4BBB-87EE-9772C6D0C2C5}" srcId="{C44BAE79-56CA-47ED-931B-239134106829}" destId="{A05B36A5-661E-4298-A6DF-47A6B9448B44}" srcOrd="2" destOrd="0" parTransId="{85619CC6-A5FE-4C1F-AB24-BB19FA54B00E}" sibTransId="{43BADF3C-72D3-445D-B800-7A91335FD06B}"/>
    <dgm:cxn modelId="{3771A4B2-C0F1-4373-90CB-CE534DA07FD3}" type="presOf" srcId="{158EB63C-0116-4D07-947D-E3947B7C7CDB}" destId="{0C9926C8-B70E-46BC-A6C0-780D134C6EF0}" srcOrd="1" destOrd="0" presId="urn:microsoft.com/office/officeart/2005/8/layout/radial1"/>
    <dgm:cxn modelId="{7A14C7B5-472C-4A35-ACD8-95F5065CBE15}" type="presOf" srcId="{85619CC6-A5FE-4C1F-AB24-BB19FA54B00E}" destId="{75F4A3FD-0051-4AC8-A43C-E4C36875BBF6}" srcOrd="0" destOrd="0" presId="urn:microsoft.com/office/officeart/2005/8/layout/radial1"/>
    <dgm:cxn modelId="{7C857EDA-47D5-4E78-BE0F-E5329E897379}" type="presOf" srcId="{22DC45A2-75D3-4ADF-9935-609D8EBB0DE6}" destId="{B98C235B-69B1-414A-9088-8367FC736EF5}" srcOrd="1" destOrd="0" presId="urn:microsoft.com/office/officeart/2005/8/layout/radial1"/>
    <dgm:cxn modelId="{76B39BDA-4C67-47A1-AE45-4ACCD36F6A48}" type="presOf" srcId="{78C168C9-2493-4D3F-8D89-AFC352B61179}" destId="{89360B9E-161C-46D5-B1EB-8EA1D643C9CE}" srcOrd="0" destOrd="0" presId="urn:microsoft.com/office/officeart/2005/8/layout/radial1"/>
    <dgm:cxn modelId="{5F5607EE-BECF-4973-ACB1-FF751523459C}" type="presOf" srcId="{C44BAE79-56CA-47ED-931B-239134106829}" destId="{74930FF8-A3C8-4BA7-A17A-8DDB7874862B}" srcOrd="0" destOrd="0" presId="urn:microsoft.com/office/officeart/2005/8/layout/radial1"/>
    <dgm:cxn modelId="{7ADE3BF5-98EA-4CB4-86C6-1AA765EC29FF}" type="presOf" srcId="{158EB63C-0116-4D07-947D-E3947B7C7CDB}" destId="{664B7E9F-CC27-4EF9-9987-1E25B17D2211}" srcOrd="0" destOrd="0" presId="urn:microsoft.com/office/officeart/2005/8/layout/radial1"/>
    <dgm:cxn modelId="{7E74CFF8-9A45-4D93-AA72-6C18D11A23FB}" srcId="{C44BAE79-56CA-47ED-931B-239134106829}" destId="{041217BA-632E-43B8-9AF4-CDD991257BE9}" srcOrd="0" destOrd="0" parTransId="{158EB63C-0116-4D07-947D-E3947B7C7CDB}" sibTransId="{90F3D439-F802-4F75-9BD3-20C464074A61}"/>
    <dgm:cxn modelId="{97896A67-9268-4170-84AB-83A24A13E9B5}" type="presParOf" srcId="{42D9E419-B6B6-4D83-9964-8E1B34800EDD}" destId="{74930FF8-A3C8-4BA7-A17A-8DDB7874862B}" srcOrd="0" destOrd="0" presId="urn:microsoft.com/office/officeart/2005/8/layout/radial1"/>
    <dgm:cxn modelId="{4B88D28C-84C2-4932-B2D3-783410001183}" type="presParOf" srcId="{42D9E419-B6B6-4D83-9964-8E1B34800EDD}" destId="{664B7E9F-CC27-4EF9-9987-1E25B17D2211}" srcOrd="1" destOrd="0" presId="urn:microsoft.com/office/officeart/2005/8/layout/radial1"/>
    <dgm:cxn modelId="{BE81B2BA-9868-4F5F-92B2-78DAC9D0E712}" type="presParOf" srcId="{664B7E9F-CC27-4EF9-9987-1E25B17D2211}" destId="{0C9926C8-B70E-46BC-A6C0-780D134C6EF0}" srcOrd="0" destOrd="0" presId="urn:microsoft.com/office/officeart/2005/8/layout/radial1"/>
    <dgm:cxn modelId="{F254117C-6B05-4E9B-90D4-56E3E2AD0044}" type="presParOf" srcId="{42D9E419-B6B6-4D83-9964-8E1B34800EDD}" destId="{8C37ED95-4E20-4BCE-A8A5-4D9883DBF397}" srcOrd="2" destOrd="0" presId="urn:microsoft.com/office/officeart/2005/8/layout/radial1"/>
    <dgm:cxn modelId="{549E6AE1-5402-4D04-9A02-8DBB06493C74}" type="presParOf" srcId="{42D9E419-B6B6-4D83-9964-8E1B34800EDD}" destId="{9D076B08-70A5-4D03-8D8A-48A9320EF368}" srcOrd="3" destOrd="0" presId="urn:microsoft.com/office/officeart/2005/8/layout/radial1"/>
    <dgm:cxn modelId="{3B5819A7-A097-4F2F-8617-337502FA898E}" type="presParOf" srcId="{9D076B08-70A5-4D03-8D8A-48A9320EF368}" destId="{B98C235B-69B1-414A-9088-8367FC736EF5}" srcOrd="0" destOrd="0" presId="urn:microsoft.com/office/officeart/2005/8/layout/radial1"/>
    <dgm:cxn modelId="{0B7F8B38-0C8B-4AD7-8A05-749DEBF434A0}" type="presParOf" srcId="{42D9E419-B6B6-4D83-9964-8E1B34800EDD}" destId="{B11F4D9B-1CC4-4183-9A0D-736D4507B258}" srcOrd="4" destOrd="0" presId="urn:microsoft.com/office/officeart/2005/8/layout/radial1"/>
    <dgm:cxn modelId="{13A205BE-6C16-422C-AF85-0DB6151872AB}" type="presParOf" srcId="{42D9E419-B6B6-4D83-9964-8E1B34800EDD}" destId="{75F4A3FD-0051-4AC8-A43C-E4C36875BBF6}" srcOrd="5" destOrd="0" presId="urn:microsoft.com/office/officeart/2005/8/layout/radial1"/>
    <dgm:cxn modelId="{A6B8EDF9-31D4-4C4C-8338-4543112AD8C6}" type="presParOf" srcId="{75F4A3FD-0051-4AC8-A43C-E4C36875BBF6}" destId="{1DCEA18F-F818-45FC-8C2E-3BC68C455C71}" srcOrd="0" destOrd="0" presId="urn:microsoft.com/office/officeart/2005/8/layout/radial1"/>
    <dgm:cxn modelId="{2D0BE463-CF13-463D-AF9B-7AF4390DE16E}" type="presParOf" srcId="{42D9E419-B6B6-4D83-9964-8E1B34800EDD}" destId="{B262353A-9AEB-4C68-A148-F3730FF79142}" srcOrd="6" destOrd="0" presId="urn:microsoft.com/office/officeart/2005/8/layout/radial1"/>
    <dgm:cxn modelId="{25230132-21A1-421D-9B63-85BDA97CE1CD}" type="presParOf" srcId="{42D9E419-B6B6-4D83-9964-8E1B34800EDD}" destId="{89360B9E-161C-46D5-B1EB-8EA1D643C9CE}" srcOrd="7" destOrd="0" presId="urn:microsoft.com/office/officeart/2005/8/layout/radial1"/>
    <dgm:cxn modelId="{A0638AF9-AD40-4B46-A58B-116FC28E6A48}" type="presParOf" srcId="{89360B9E-161C-46D5-B1EB-8EA1D643C9CE}" destId="{216BB2BC-8592-44EA-B0F5-C3C073CEABC1}" srcOrd="0" destOrd="0" presId="urn:microsoft.com/office/officeart/2005/8/layout/radial1"/>
    <dgm:cxn modelId="{D9C43EE2-D087-4A05-B7F1-928669F53337}" type="presParOf" srcId="{42D9E419-B6B6-4D83-9964-8E1B34800EDD}" destId="{0A11EBBA-39A1-43E6-A67F-AF6A7BF6AD79}"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2B5B93-DE4F-4A78-9003-866E8F6EECD0}" type="doc">
      <dgm:prSet loTypeId="urn:microsoft.com/office/officeart/2005/8/layout/list1" loCatId="list" qsTypeId="urn:microsoft.com/office/officeart/2005/8/quickstyle/3d1" qsCatId="3D" csTypeId="urn:microsoft.com/office/officeart/2005/8/colors/colorful2" csCatId="colorful" phldr="1"/>
      <dgm:spPr/>
      <dgm:t>
        <a:bodyPr/>
        <a:lstStyle/>
        <a:p>
          <a:endParaRPr lang="en-IN"/>
        </a:p>
      </dgm:t>
    </dgm:pt>
    <dgm:pt modelId="{6F0AE225-FBC7-4127-A638-AB2668F866D0}">
      <dgm:prSet phldrT="[Text]" custT="1"/>
      <dgm:spPr>
        <a:solidFill>
          <a:schemeClr val="accent3">
            <a:lumMod val="60000"/>
            <a:lumOff val="40000"/>
          </a:schemeClr>
        </a:solidFill>
      </dgm:spPr>
      <dgm:t>
        <a:bodyPr/>
        <a:lstStyle/>
        <a:p>
          <a:r>
            <a:rPr lang="en-US" sz="2400" dirty="0">
              <a:solidFill>
                <a:srgbClr val="000000"/>
              </a:solidFill>
              <a:latin typeface="Times New Roman" panose="02020603050405020304" pitchFamily="18" charset="0"/>
              <a:cs typeface="Times New Roman" panose="02020603050405020304" pitchFamily="18" charset="0"/>
            </a:rPr>
            <a:t>1.To analyze spatio-temporal variations in Air Quality Index (AQI) across Pune city.</a:t>
          </a:r>
          <a:endParaRPr lang="en-IN" sz="2400" dirty="0">
            <a:solidFill>
              <a:srgbClr val="000000"/>
            </a:solidFill>
            <a:latin typeface="Times New Roman" panose="02020603050405020304" pitchFamily="18" charset="0"/>
            <a:cs typeface="Times New Roman" panose="02020603050405020304" pitchFamily="18" charset="0"/>
          </a:endParaRPr>
        </a:p>
      </dgm:t>
    </dgm:pt>
    <dgm:pt modelId="{C5FDD475-3D48-4FF1-A508-0384D6BFBD53}" type="parTrans" cxnId="{C8AF8A55-CDA4-4C77-B541-B0CD14442BDA}">
      <dgm:prSet/>
      <dgm:spPr/>
      <dgm:t>
        <a:bodyPr/>
        <a:lstStyle/>
        <a:p>
          <a:endParaRPr lang="en-IN" sz="2000">
            <a:solidFill>
              <a:srgbClr val="000000"/>
            </a:solidFill>
          </a:endParaRPr>
        </a:p>
      </dgm:t>
    </dgm:pt>
    <dgm:pt modelId="{44017BF7-5DE6-49EB-9BDF-0C5F4AA54425}" type="sibTrans" cxnId="{C8AF8A55-CDA4-4C77-B541-B0CD14442BDA}">
      <dgm:prSet/>
      <dgm:spPr/>
      <dgm:t>
        <a:bodyPr/>
        <a:lstStyle/>
        <a:p>
          <a:endParaRPr lang="en-IN" sz="2000">
            <a:solidFill>
              <a:srgbClr val="000000"/>
            </a:solidFill>
          </a:endParaRPr>
        </a:p>
      </dgm:t>
    </dgm:pt>
    <dgm:pt modelId="{C2F446B2-41F8-4432-A138-54CAC24BD1E1}">
      <dgm:prSet phldrT="[Text]" custT="1"/>
      <dgm:spPr>
        <a:solidFill>
          <a:schemeClr val="accent3">
            <a:lumMod val="60000"/>
            <a:lumOff val="40000"/>
          </a:schemeClr>
        </a:solidFill>
      </dgm:spPr>
      <dgm:t>
        <a:bodyPr/>
        <a:lstStyle/>
        <a:p>
          <a:r>
            <a:rPr lang="en-US" sz="2400" dirty="0">
              <a:solidFill>
                <a:srgbClr val="000000"/>
              </a:solidFill>
              <a:latin typeface="Times New Roman" panose="02020603050405020304" pitchFamily="18" charset="0"/>
              <a:cs typeface="Times New Roman" panose="02020603050405020304" pitchFamily="18" charset="0"/>
            </a:rPr>
            <a:t>3.To investigate the interrelationship between air pollution and urban environment with a focus on vulnerable urban zones.</a:t>
          </a:r>
          <a:endParaRPr lang="en-IN" sz="2400" dirty="0">
            <a:solidFill>
              <a:srgbClr val="000000"/>
            </a:solidFill>
            <a:latin typeface="Times New Roman" panose="02020603050405020304" pitchFamily="18" charset="0"/>
            <a:cs typeface="Times New Roman" panose="02020603050405020304" pitchFamily="18" charset="0"/>
          </a:endParaRPr>
        </a:p>
      </dgm:t>
    </dgm:pt>
    <dgm:pt modelId="{28712D40-CCDC-4744-AFA5-A29951D2BC27}" type="parTrans" cxnId="{8C5B59F9-51FF-4C31-A129-E79371A64705}">
      <dgm:prSet/>
      <dgm:spPr/>
      <dgm:t>
        <a:bodyPr/>
        <a:lstStyle/>
        <a:p>
          <a:endParaRPr lang="en-IN" sz="2000">
            <a:solidFill>
              <a:srgbClr val="000000"/>
            </a:solidFill>
          </a:endParaRPr>
        </a:p>
      </dgm:t>
    </dgm:pt>
    <dgm:pt modelId="{6AA158AD-AA28-4C45-9993-AD00FFD2318C}" type="sibTrans" cxnId="{8C5B59F9-51FF-4C31-A129-E79371A64705}">
      <dgm:prSet/>
      <dgm:spPr/>
      <dgm:t>
        <a:bodyPr/>
        <a:lstStyle/>
        <a:p>
          <a:endParaRPr lang="en-IN" sz="2000">
            <a:solidFill>
              <a:srgbClr val="000000"/>
            </a:solidFill>
          </a:endParaRPr>
        </a:p>
      </dgm:t>
    </dgm:pt>
    <dgm:pt modelId="{04A6219C-253F-4968-A237-2228579E34F6}">
      <dgm:prSet phldrT="[Text]" custT="1"/>
      <dgm:spPr>
        <a:solidFill>
          <a:schemeClr val="accent3">
            <a:lumMod val="60000"/>
            <a:lumOff val="40000"/>
          </a:schemeClr>
        </a:solidFill>
      </dgm:spPr>
      <dgm:t>
        <a:bodyPr/>
        <a:lstStyle/>
        <a:p>
          <a:r>
            <a:rPr lang="en-US" sz="2400" dirty="0">
              <a:solidFill>
                <a:srgbClr val="000000"/>
              </a:solidFill>
              <a:latin typeface="Times New Roman" panose="02020603050405020304" pitchFamily="18" charset="0"/>
              <a:cs typeface="Times New Roman" panose="02020603050405020304" pitchFamily="18" charset="0"/>
            </a:rPr>
            <a:t>4.To suggest sustainable ways to improve air quality and urban climate using spatial tools. </a:t>
          </a:r>
          <a:endParaRPr lang="en-IN" sz="2400" dirty="0">
            <a:solidFill>
              <a:srgbClr val="000000"/>
            </a:solidFill>
            <a:latin typeface="Times New Roman" panose="02020603050405020304" pitchFamily="18" charset="0"/>
            <a:cs typeface="Times New Roman" panose="02020603050405020304" pitchFamily="18" charset="0"/>
          </a:endParaRPr>
        </a:p>
      </dgm:t>
    </dgm:pt>
    <dgm:pt modelId="{B488CEA6-0DF4-4D31-9A58-94A820B4F11C}" type="parTrans" cxnId="{268A8258-46D0-435C-B7B3-3BEC64665E00}">
      <dgm:prSet/>
      <dgm:spPr/>
      <dgm:t>
        <a:bodyPr/>
        <a:lstStyle/>
        <a:p>
          <a:endParaRPr lang="en-IN" sz="2000">
            <a:solidFill>
              <a:srgbClr val="000000"/>
            </a:solidFill>
          </a:endParaRPr>
        </a:p>
      </dgm:t>
    </dgm:pt>
    <dgm:pt modelId="{0B9A885C-1B94-4432-8EBC-6A6BAC7EBB7B}" type="sibTrans" cxnId="{268A8258-46D0-435C-B7B3-3BEC64665E00}">
      <dgm:prSet/>
      <dgm:spPr/>
      <dgm:t>
        <a:bodyPr/>
        <a:lstStyle/>
        <a:p>
          <a:endParaRPr lang="en-IN" sz="2000">
            <a:solidFill>
              <a:srgbClr val="000000"/>
            </a:solidFill>
          </a:endParaRPr>
        </a:p>
      </dgm:t>
    </dgm:pt>
    <dgm:pt modelId="{49E5F414-6C3E-4BEE-AB55-E4F954B2C592}">
      <dgm:prSet phldrT="[Text]" custT="1"/>
      <dgm:spPr>
        <a:solidFill>
          <a:schemeClr val="accent3">
            <a:lumMod val="60000"/>
            <a:lumOff val="40000"/>
          </a:schemeClr>
        </a:solidFill>
      </dgm:spPr>
      <dgm:t>
        <a:bodyPr/>
        <a:lstStyle/>
        <a:p>
          <a:r>
            <a:rPr lang="en-US" sz="2400" dirty="0">
              <a:solidFill>
                <a:srgbClr val="000000"/>
              </a:solidFill>
              <a:latin typeface="Times New Roman" panose="02020603050405020304" pitchFamily="18" charset="0"/>
              <a:cs typeface="Times New Roman" panose="02020603050405020304" pitchFamily="18" charset="0"/>
            </a:rPr>
            <a:t>2.To examine the influence of changing climatic parameters on the concentration, dispersion and persistence of air pollutants.</a:t>
          </a:r>
          <a:endParaRPr lang="en-IN" sz="2400" dirty="0">
            <a:solidFill>
              <a:srgbClr val="000000"/>
            </a:solidFill>
            <a:latin typeface="Times New Roman" panose="02020603050405020304" pitchFamily="18" charset="0"/>
            <a:cs typeface="Times New Roman" panose="02020603050405020304" pitchFamily="18" charset="0"/>
          </a:endParaRPr>
        </a:p>
      </dgm:t>
    </dgm:pt>
    <dgm:pt modelId="{1C5A9F46-74B8-4AA0-8C0D-0BCA9C2EA4F9}" type="parTrans" cxnId="{E95F1622-A982-4EE5-A86A-092AEBD1EB4F}">
      <dgm:prSet/>
      <dgm:spPr/>
      <dgm:t>
        <a:bodyPr/>
        <a:lstStyle/>
        <a:p>
          <a:endParaRPr lang="en-IN" sz="2000">
            <a:solidFill>
              <a:srgbClr val="000000"/>
            </a:solidFill>
          </a:endParaRPr>
        </a:p>
      </dgm:t>
    </dgm:pt>
    <dgm:pt modelId="{EBE5EFD6-F764-4B51-A899-35D021A70634}" type="sibTrans" cxnId="{E95F1622-A982-4EE5-A86A-092AEBD1EB4F}">
      <dgm:prSet/>
      <dgm:spPr/>
      <dgm:t>
        <a:bodyPr/>
        <a:lstStyle/>
        <a:p>
          <a:endParaRPr lang="en-IN" sz="2000">
            <a:solidFill>
              <a:srgbClr val="000000"/>
            </a:solidFill>
          </a:endParaRPr>
        </a:p>
      </dgm:t>
    </dgm:pt>
    <dgm:pt modelId="{0EA2E44F-5A3C-4505-866E-C06C9A7C575B}" type="pres">
      <dgm:prSet presAssocID="{952B5B93-DE4F-4A78-9003-866E8F6EECD0}" presName="linear" presStyleCnt="0">
        <dgm:presLayoutVars>
          <dgm:dir/>
          <dgm:animLvl val="lvl"/>
          <dgm:resizeHandles val="exact"/>
        </dgm:presLayoutVars>
      </dgm:prSet>
      <dgm:spPr/>
    </dgm:pt>
    <dgm:pt modelId="{E0EB49D9-3FEE-4E34-9766-A4839D502069}" type="pres">
      <dgm:prSet presAssocID="{6F0AE225-FBC7-4127-A638-AB2668F866D0}" presName="parentLin" presStyleCnt="0"/>
      <dgm:spPr/>
    </dgm:pt>
    <dgm:pt modelId="{576FB5BC-0D56-4D89-B24F-4A986F9AD52A}" type="pres">
      <dgm:prSet presAssocID="{6F0AE225-FBC7-4127-A638-AB2668F866D0}" presName="parentLeftMargin" presStyleLbl="node1" presStyleIdx="0" presStyleCnt="4"/>
      <dgm:spPr/>
    </dgm:pt>
    <dgm:pt modelId="{57C75364-B67F-4293-B006-1077071492F8}" type="pres">
      <dgm:prSet presAssocID="{6F0AE225-FBC7-4127-A638-AB2668F866D0}" presName="parentText" presStyleLbl="node1" presStyleIdx="0" presStyleCnt="4" custScaleX="135308">
        <dgm:presLayoutVars>
          <dgm:chMax val="0"/>
          <dgm:bulletEnabled val="1"/>
        </dgm:presLayoutVars>
      </dgm:prSet>
      <dgm:spPr/>
    </dgm:pt>
    <dgm:pt modelId="{7370B3B2-086C-4F08-B701-F5F300D4688A}" type="pres">
      <dgm:prSet presAssocID="{6F0AE225-FBC7-4127-A638-AB2668F866D0}" presName="negativeSpace" presStyleCnt="0"/>
      <dgm:spPr/>
    </dgm:pt>
    <dgm:pt modelId="{40D554C6-9C2C-40FC-A095-20405ADA88B5}" type="pres">
      <dgm:prSet presAssocID="{6F0AE225-FBC7-4127-A638-AB2668F866D0}" presName="childText" presStyleLbl="conFgAcc1" presStyleIdx="0" presStyleCnt="4">
        <dgm:presLayoutVars>
          <dgm:bulletEnabled val="1"/>
        </dgm:presLayoutVars>
      </dgm:prSet>
      <dgm:spPr/>
    </dgm:pt>
    <dgm:pt modelId="{05C21948-7882-4E9D-A997-D0D006AEF12E}" type="pres">
      <dgm:prSet presAssocID="{44017BF7-5DE6-49EB-9BDF-0C5F4AA54425}" presName="spaceBetweenRectangles" presStyleCnt="0"/>
      <dgm:spPr/>
    </dgm:pt>
    <dgm:pt modelId="{B3B84DF1-8D03-4EE4-B5F1-3B223219D0C8}" type="pres">
      <dgm:prSet presAssocID="{49E5F414-6C3E-4BEE-AB55-E4F954B2C592}" presName="parentLin" presStyleCnt="0"/>
      <dgm:spPr/>
    </dgm:pt>
    <dgm:pt modelId="{43538D55-0627-4FB2-9763-35778C16E56A}" type="pres">
      <dgm:prSet presAssocID="{49E5F414-6C3E-4BEE-AB55-E4F954B2C592}" presName="parentLeftMargin" presStyleLbl="node1" presStyleIdx="0" presStyleCnt="4"/>
      <dgm:spPr/>
    </dgm:pt>
    <dgm:pt modelId="{10AC93DB-362B-41EF-B551-AB8F5DB3CB89}" type="pres">
      <dgm:prSet presAssocID="{49E5F414-6C3E-4BEE-AB55-E4F954B2C592}" presName="parentText" presStyleLbl="node1" presStyleIdx="1" presStyleCnt="4" custScaleX="136260">
        <dgm:presLayoutVars>
          <dgm:chMax val="0"/>
          <dgm:bulletEnabled val="1"/>
        </dgm:presLayoutVars>
      </dgm:prSet>
      <dgm:spPr/>
    </dgm:pt>
    <dgm:pt modelId="{1729B156-37C5-461B-B989-1945BCCEDD36}" type="pres">
      <dgm:prSet presAssocID="{49E5F414-6C3E-4BEE-AB55-E4F954B2C592}" presName="negativeSpace" presStyleCnt="0"/>
      <dgm:spPr/>
    </dgm:pt>
    <dgm:pt modelId="{4905FC97-A762-480B-8F3F-33D1CE24BCCB}" type="pres">
      <dgm:prSet presAssocID="{49E5F414-6C3E-4BEE-AB55-E4F954B2C592}" presName="childText" presStyleLbl="conFgAcc1" presStyleIdx="1" presStyleCnt="4">
        <dgm:presLayoutVars>
          <dgm:bulletEnabled val="1"/>
        </dgm:presLayoutVars>
      </dgm:prSet>
      <dgm:spPr/>
    </dgm:pt>
    <dgm:pt modelId="{73CCE5CE-8B28-4C10-9F7A-29E5FA38223F}" type="pres">
      <dgm:prSet presAssocID="{EBE5EFD6-F764-4B51-A899-35D021A70634}" presName="spaceBetweenRectangles" presStyleCnt="0"/>
      <dgm:spPr/>
    </dgm:pt>
    <dgm:pt modelId="{B0D948B5-2A1F-40DE-90C4-62EE017D8D7C}" type="pres">
      <dgm:prSet presAssocID="{C2F446B2-41F8-4432-A138-54CAC24BD1E1}" presName="parentLin" presStyleCnt="0"/>
      <dgm:spPr/>
    </dgm:pt>
    <dgm:pt modelId="{FCDDD349-54E2-4C7A-9B09-28202BC3CCD7}" type="pres">
      <dgm:prSet presAssocID="{C2F446B2-41F8-4432-A138-54CAC24BD1E1}" presName="parentLeftMargin" presStyleLbl="node1" presStyleIdx="1" presStyleCnt="4"/>
      <dgm:spPr/>
    </dgm:pt>
    <dgm:pt modelId="{5ECB8112-1B8C-4A00-B01E-73BFBB241A76}" type="pres">
      <dgm:prSet presAssocID="{C2F446B2-41F8-4432-A138-54CAC24BD1E1}" presName="parentText" presStyleLbl="node1" presStyleIdx="2" presStyleCnt="4" custScaleX="135308">
        <dgm:presLayoutVars>
          <dgm:chMax val="0"/>
          <dgm:bulletEnabled val="1"/>
        </dgm:presLayoutVars>
      </dgm:prSet>
      <dgm:spPr/>
    </dgm:pt>
    <dgm:pt modelId="{6B46AB34-8360-4EE0-AEFA-67F7A6360EB3}" type="pres">
      <dgm:prSet presAssocID="{C2F446B2-41F8-4432-A138-54CAC24BD1E1}" presName="negativeSpace" presStyleCnt="0"/>
      <dgm:spPr/>
    </dgm:pt>
    <dgm:pt modelId="{86E929C4-2E2B-4271-B724-57FA07011DE2}" type="pres">
      <dgm:prSet presAssocID="{C2F446B2-41F8-4432-A138-54CAC24BD1E1}" presName="childText" presStyleLbl="conFgAcc1" presStyleIdx="2" presStyleCnt="4">
        <dgm:presLayoutVars>
          <dgm:bulletEnabled val="1"/>
        </dgm:presLayoutVars>
      </dgm:prSet>
      <dgm:spPr/>
    </dgm:pt>
    <dgm:pt modelId="{F6EEA483-16C4-409C-AC58-886025B64533}" type="pres">
      <dgm:prSet presAssocID="{6AA158AD-AA28-4C45-9993-AD00FFD2318C}" presName="spaceBetweenRectangles" presStyleCnt="0"/>
      <dgm:spPr/>
    </dgm:pt>
    <dgm:pt modelId="{0B505331-A0AA-4C38-8EFA-77B80CF963AD}" type="pres">
      <dgm:prSet presAssocID="{04A6219C-253F-4968-A237-2228579E34F6}" presName="parentLin" presStyleCnt="0"/>
      <dgm:spPr/>
    </dgm:pt>
    <dgm:pt modelId="{E3E5B270-2728-4D4B-8EF5-3F8925FD6011}" type="pres">
      <dgm:prSet presAssocID="{04A6219C-253F-4968-A237-2228579E34F6}" presName="parentLeftMargin" presStyleLbl="node1" presStyleIdx="2" presStyleCnt="4"/>
      <dgm:spPr/>
    </dgm:pt>
    <dgm:pt modelId="{9629B627-B1ED-4190-AB43-65C409D1E95E}" type="pres">
      <dgm:prSet presAssocID="{04A6219C-253F-4968-A237-2228579E34F6}" presName="parentText" presStyleLbl="node1" presStyleIdx="3" presStyleCnt="4" custScaleX="142857">
        <dgm:presLayoutVars>
          <dgm:chMax val="0"/>
          <dgm:bulletEnabled val="1"/>
        </dgm:presLayoutVars>
      </dgm:prSet>
      <dgm:spPr/>
    </dgm:pt>
    <dgm:pt modelId="{A2F6D8E4-3C9E-4F65-AC2B-C1564483E593}" type="pres">
      <dgm:prSet presAssocID="{04A6219C-253F-4968-A237-2228579E34F6}" presName="negativeSpace" presStyleCnt="0"/>
      <dgm:spPr/>
    </dgm:pt>
    <dgm:pt modelId="{53D9FD20-DE94-42F2-A16A-2690246A6344}" type="pres">
      <dgm:prSet presAssocID="{04A6219C-253F-4968-A237-2228579E34F6}" presName="childText" presStyleLbl="conFgAcc1" presStyleIdx="3" presStyleCnt="4">
        <dgm:presLayoutVars>
          <dgm:bulletEnabled val="1"/>
        </dgm:presLayoutVars>
      </dgm:prSet>
      <dgm:spPr/>
    </dgm:pt>
  </dgm:ptLst>
  <dgm:cxnLst>
    <dgm:cxn modelId="{C886E21B-41BE-4B38-938D-808E28B6B84E}" type="presOf" srcId="{C2F446B2-41F8-4432-A138-54CAC24BD1E1}" destId="{FCDDD349-54E2-4C7A-9B09-28202BC3CCD7}" srcOrd="0" destOrd="0" presId="urn:microsoft.com/office/officeart/2005/8/layout/list1"/>
    <dgm:cxn modelId="{E95F1622-A982-4EE5-A86A-092AEBD1EB4F}" srcId="{952B5B93-DE4F-4A78-9003-866E8F6EECD0}" destId="{49E5F414-6C3E-4BEE-AB55-E4F954B2C592}" srcOrd="1" destOrd="0" parTransId="{1C5A9F46-74B8-4AA0-8C0D-0BCA9C2EA4F9}" sibTransId="{EBE5EFD6-F764-4B51-A899-35D021A70634}"/>
    <dgm:cxn modelId="{03D7F625-DDB8-4B0E-B866-75B03553B9D9}" type="presOf" srcId="{04A6219C-253F-4968-A237-2228579E34F6}" destId="{9629B627-B1ED-4190-AB43-65C409D1E95E}" srcOrd="1" destOrd="0" presId="urn:microsoft.com/office/officeart/2005/8/layout/list1"/>
    <dgm:cxn modelId="{C8AF8A55-CDA4-4C77-B541-B0CD14442BDA}" srcId="{952B5B93-DE4F-4A78-9003-866E8F6EECD0}" destId="{6F0AE225-FBC7-4127-A638-AB2668F866D0}" srcOrd="0" destOrd="0" parTransId="{C5FDD475-3D48-4FF1-A508-0384D6BFBD53}" sibTransId="{44017BF7-5DE6-49EB-9BDF-0C5F4AA54425}"/>
    <dgm:cxn modelId="{268A8258-46D0-435C-B7B3-3BEC64665E00}" srcId="{952B5B93-DE4F-4A78-9003-866E8F6EECD0}" destId="{04A6219C-253F-4968-A237-2228579E34F6}" srcOrd="3" destOrd="0" parTransId="{B488CEA6-0DF4-4D31-9A58-94A820B4F11C}" sibTransId="{0B9A885C-1B94-4432-8EBC-6A6BAC7EBB7B}"/>
    <dgm:cxn modelId="{AB629998-3866-40C7-989A-37024BFC4566}" type="presOf" srcId="{04A6219C-253F-4968-A237-2228579E34F6}" destId="{E3E5B270-2728-4D4B-8EF5-3F8925FD6011}" srcOrd="0" destOrd="0" presId="urn:microsoft.com/office/officeart/2005/8/layout/list1"/>
    <dgm:cxn modelId="{02A8889F-CE1A-466D-AE2C-F390F677F222}" type="presOf" srcId="{952B5B93-DE4F-4A78-9003-866E8F6EECD0}" destId="{0EA2E44F-5A3C-4505-866E-C06C9A7C575B}" srcOrd="0" destOrd="0" presId="urn:microsoft.com/office/officeart/2005/8/layout/list1"/>
    <dgm:cxn modelId="{EF23D9AA-DE4B-446E-A64C-A32D8CFE6F95}" type="presOf" srcId="{49E5F414-6C3E-4BEE-AB55-E4F954B2C592}" destId="{43538D55-0627-4FB2-9763-35778C16E56A}" srcOrd="0" destOrd="0" presId="urn:microsoft.com/office/officeart/2005/8/layout/list1"/>
    <dgm:cxn modelId="{E9A06FBF-E6DC-4AB2-9F8D-9B27F4660F90}" type="presOf" srcId="{C2F446B2-41F8-4432-A138-54CAC24BD1E1}" destId="{5ECB8112-1B8C-4A00-B01E-73BFBB241A76}" srcOrd="1" destOrd="0" presId="urn:microsoft.com/office/officeart/2005/8/layout/list1"/>
    <dgm:cxn modelId="{E1BFAECE-719D-4A67-8082-C6834B9793E5}" type="presOf" srcId="{6F0AE225-FBC7-4127-A638-AB2668F866D0}" destId="{576FB5BC-0D56-4D89-B24F-4A986F9AD52A}" srcOrd="0" destOrd="0" presId="urn:microsoft.com/office/officeart/2005/8/layout/list1"/>
    <dgm:cxn modelId="{0BA57AF0-8B4A-41AD-B27D-2B36530BDD22}" type="presOf" srcId="{6F0AE225-FBC7-4127-A638-AB2668F866D0}" destId="{57C75364-B67F-4293-B006-1077071492F8}" srcOrd="1" destOrd="0" presId="urn:microsoft.com/office/officeart/2005/8/layout/list1"/>
    <dgm:cxn modelId="{8C5B59F9-51FF-4C31-A129-E79371A64705}" srcId="{952B5B93-DE4F-4A78-9003-866E8F6EECD0}" destId="{C2F446B2-41F8-4432-A138-54CAC24BD1E1}" srcOrd="2" destOrd="0" parTransId="{28712D40-CCDC-4744-AFA5-A29951D2BC27}" sibTransId="{6AA158AD-AA28-4C45-9993-AD00FFD2318C}"/>
    <dgm:cxn modelId="{B23BF7FF-3C74-4764-9F59-AFA14FBDC1EA}" type="presOf" srcId="{49E5F414-6C3E-4BEE-AB55-E4F954B2C592}" destId="{10AC93DB-362B-41EF-B551-AB8F5DB3CB89}" srcOrd="1" destOrd="0" presId="urn:microsoft.com/office/officeart/2005/8/layout/list1"/>
    <dgm:cxn modelId="{DB9E4C8F-0C55-4A79-A350-F479A0E2C447}" type="presParOf" srcId="{0EA2E44F-5A3C-4505-866E-C06C9A7C575B}" destId="{E0EB49D9-3FEE-4E34-9766-A4839D502069}" srcOrd="0" destOrd="0" presId="urn:microsoft.com/office/officeart/2005/8/layout/list1"/>
    <dgm:cxn modelId="{6C512110-8DB1-41D9-9709-84B7743055A2}" type="presParOf" srcId="{E0EB49D9-3FEE-4E34-9766-A4839D502069}" destId="{576FB5BC-0D56-4D89-B24F-4A986F9AD52A}" srcOrd="0" destOrd="0" presId="urn:microsoft.com/office/officeart/2005/8/layout/list1"/>
    <dgm:cxn modelId="{314E68F4-70A5-4981-A134-805CBFD45B4F}" type="presParOf" srcId="{E0EB49D9-3FEE-4E34-9766-A4839D502069}" destId="{57C75364-B67F-4293-B006-1077071492F8}" srcOrd="1" destOrd="0" presId="urn:microsoft.com/office/officeart/2005/8/layout/list1"/>
    <dgm:cxn modelId="{4B0D1CA3-9AAD-49A1-BFD4-F21E3D6C8676}" type="presParOf" srcId="{0EA2E44F-5A3C-4505-866E-C06C9A7C575B}" destId="{7370B3B2-086C-4F08-B701-F5F300D4688A}" srcOrd="1" destOrd="0" presId="urn:microsoft.com/office/officeart/2005/8/layout/list1"/>
    <dgm:cxn modelId="{D0F18EE5-CC24-4092-A41A-C57D142122F1}" type="presParOf" srcId="{0EA2E44F-5A3C-4505-866E-C06C9A7C575B}" destId="{40D554C6-9C2C-40FC-A095-20405ADA88B5}" srcOrd="2" destOrd="0" presId="urn:microsoft.com/office/officeart/2005/8/layout/list1"/>
    <dgm:cxn modelId="{13EA7B39-D1CD-4379-AA8E-68DF6DC1E3A5}" type="presParOf" srcId="{0EA2E44F-5A3C-4505-866E-C06C9A7C575B}" destId="{05C21948-7882-4E9D-A997-D0D006AEF12E}" srcOrd="3" destOrd="0" presId="urn:microsoft.com/office/officeart/2005/8/layout/list1"/>
    <dgm:cxn modelId="{774B0F17-9817-4727-A9F1-22B4C19EE474}" type="presParOf" srcId="{0EA2E44F-5A3C-4505-866E-C06C9A7C575B}" destId="{B3B84DF1-8D03-4EE4-B5F1-3B223219D0C8}" srcOrd="4" destOrd="0" presId="urn:microsoft.com/office/officeart/2005/8/layout/list1"/>
    <dgm:cxn modelId="{B62C1304-0965-403F-A850-10252075FBF5}" type="presParOf" srcId="{B3B84DF1-8D03-4EE4-B5F1-3B223219D0C8}" destId="{43538D55-0627-4FB2-9763-35778C16E56A}" srcOrd="0" destOrd="0" presId="urn:microsoft.com/office/officeart/2005/8/layout/list1"/>
    <dgm:cxn modelId="{A3863C22-2BC0-4733-A903-6ECB4CC9B565}" type="presParOf" srcId="{B3B84DF1-8D03-4EE4-B5F1-3B223219D0C8}" destId="{10AC93DB-362B-41EF-B551-AB8F5DB3CB89}" srcOrd="1" destOrd="0" presId="urn:microsoft.com/office/officeart/2005/8/layout/list1"/>
    <dgm:cxn modelId="{95FA8267-2DC9-4C51-A993-8B5135C5BC46}" type="presParOf" srcId="{0EA2E44F-5A3C-4505-866E-C06C9A7C575B}" destId="{1729B156-37C5-461B-B989-1945BCCEDD36}" srcOrd="5" destOrd="0" presId="urn:microsoft.com/office/officeart/2005/8/layout/list1"/>
    <dgm:cxn modelId="{046DFAD9-031C-4B01-8F18-BB1BF5FF9962}" type="presParOf" srcId="{0EA2E44F-5A3C-4505-866E-C06C9A7C575B}" destId="{4905FC97-A762-480B-8F3F-33D1CE24BCCB}" srcOrd="6" destOrd="0" presId="urn:microsoft.com/office/officeart/2005/8/layout/list1"/>
    <dgm:cxn modelId="{9DD9D6EA-0BC7-4A0B-9608-65ADF94F599E}" type="presParOf" srcId="{0EA2E44F-5A3C-4505-866E-C06C9A7C575B}" destId="{73CCE5CE-8B28-4C10-9F7A-29E5FA38223F}" srcOrd="7" destOrd="0" presId="urn:microsoft.com/office/officeart/2005/8/layout/list1"/>
    <dgm:cxn modelId="{704C17FB-2FB2-4595-8205-4D4296C87D5D}" type="presParOf" srcId="{0EA2E44F-5A3C-4505-866E-C06C9A7C575B}" destId="{B0D948B5-2A1F-40DE-90C4-62EE017D8D7C}" srcOrd="8" destOrd="0" presId="urn:microsoft.com/office/officeart/2005/8/layout/list1"/>
    <dgm:cxn modelId="{7FFA590D-E64A-4C5F-9C6D-9D10D57F626A}" type="presParOf" srcId="{B0D948B5-2A1F-40DE-90C4-62EE017D8D7C}" destId="{FCDDD349-54E2-4C7A-9B09-28202BC3CCD7}" srcOrd="0" destOrd="0" presId="urn:microsoft.com/office/officeart/2005/8/layout/list1"/>
    <dgm:cxn modelId="{B8D940FB-7C25-4503-B48A-3538ACC782D2}" type="presParOf" srcId="{B0D948B5-2A1F-40DE-90C4-62EE017D8D7C}" destId="{5ECB8112-1B8C-4A00-B01E-73BFBB241A76}" srcOrd="1" destOrd="0" presId="urn:microsoft.com/office/officeart/2005/8/layout/list1"/>
    <dgm:cxn modelId="{0F5A2929-E2B5-4378-A27E-F3DDEF5EE69E}" type="presParOf" srcId="{0EA2E44F-5A3C-4505-866E-C06C9A7C575B}" destId="{6B46AB34-8360-4EE0-AEFA-67F7A6360EB3}" srcOrd="9" destOrd="0" presId="urn:microsoft.com/office/officeart/2005/8/layout/list1"/>
    <dgm:cxn modelId="{3436C093-CAA8-418A-8659-EBAEBA675415}" type="presParOf" srcId="{0EA2E44F-5A3C-4505-866E-C06C9A7C575B}" destId="{86E929C4-2E2B-4271-B724-57FA07011DE2}" srcOrd="10" destOrd="0" presId="urn:microsoft.com/office/officeart/2005/8/layout/list1"/>
    <dgm:cxn modelId="{149316EA-9AC0-4151-8E26-28D9C98915CC}" type="presParOf" srcId="{0EA2E44F-5A3C-4505-866E-C06C9A7C575B}" destId="{F6EEA483-16C4-409C-AC58-886025B64533}" srcOrd="11" destOrd="0" presId="urn:microsoft.com/office/officeart/2005/8/layout/list1"/>
    <dgm:cxn modelId="{D08DF902-6BD1-4296-9094-DDFBEF3B0284}" type="presParOf" srcId="{0EA2E44F-5A3C-4505-866E-C06C9A7C575B}" destId="{0B505331-A0AA-4C38-8EFA-77B80CF963AD}" srcOrd="12" destOrd="0" presId="urn:microsoft.com/office/officeart/2005/8/layout/list1"/>
    <dgm:cxn modelId="{C9BA5ACF-203F-448F-B65C-2DCC74188A9D}" type="presParOf" srcId="{0B505331-A0AA-4C38-8EFA-77B80CF963AD}" destId="{E3E5B270-2728-4D4B-8EF5-3F8925FD6011}" srcOrd="0" destOrd="0" presId="urn:microsoft.com/office/officeart/2005/8/layout/list1"/>
    <dgm:cxn modelId="{6B356EBA-0512-4D76-BE2E-5C3A1CB95673}" type="presParOf" srcId="{0B505331-A0AA-4C38-8EFA-77B80CF963AD}" destId="{9629B627-B1ED-4190-AB43-65C409D1E95E}" srcOrd="1" destOrd="0" presId="urn:microsoft.com/office/officeart/2005/8/layout/list1"/>
    <dgm:cxn modelId="{53E1D75F-BB96-49F0-873C-FB9E871420E4}" type="presParOf" srcId="{0EA2E44F-5A3C-4505-866E-C06C9A7C575B}" destId="{A2F6D8E4-3C9E-4F65-AC2B-C1564483E593}" srcOrd="13" destOrd="0" presId="urn:microsoft.com/office/officeart/2005/8/layout/list1"/>
    <dgm:cxn modelId="{7E8F76D4-8AC8-48D6-B6E4-6DE7FEC33FF3}" type="presParOf" srcId="{0EA2E44F-5A3C-4505-866E-C06C9A7C575B}" destId="{53D9FD20-DE94-42F2-A16A-2690246A6344}"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40DDBE-E9FC-46BD-B1C4-182D580EE412}"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IN"/>
        </a:p>
      </dgm:t>
    </dgm:pt>
    <dgm:pt modelId="{95A631FA-8347-4094-9B92-670D489250ED}">
      <dgm:prSet phldrT="[Text]" custT="1"/>
      <dgm:spPr>
        <a:solidFill>
          <a:schemeClr val="accent3">
            <a:lumMod val="20000"/>
            <a:lumOff val="80000"/>
          </a:schemeClr>
        </a:solidFill>
      </dgm:spPr>
      <dgm:t>
        <a:bodyPr/>
        <a:lstStyle/>
        <a:p>
          <a:r>
            <a:rPr lang="en-IN" sz="2000" dirty="0">
              <a:solidFill>
                <a:srgbClr val="000000"/>
              </a:solidFill>
              <a:latin typeface="Times New Roman" panose="02020603050405020304" pitchFamily="18" charset="0"/>
              <a:cs typeface="Times New Roman" panose="02020603050405020304" pitchFamily="18" charset="0"/>
            </a:rPr>
            <a:t>What are the </a:t>
          </a:r>
          <a:r>
            <a:rPr lang="en-IN" sz="2000" dirty="0" err="1">
              <a:solidFill>
                <a:srgbClr val="000000"/>
              </a:solidFill>
              <a:latin typeface="Times New Roman" panose="02020603050405020304" pitchFamily="18" charset="0"/>
              <a:cs typeface="Times New Roman" panose="02020603050405020304" pitchFamily="18" charset="0"/>
            </a:rPr>
            <a:t>spatio</a:t>
          </a:r>
          <a:r>
            <a:rPr lang="en-IN" sz="2000" dirty="0">
              <a:solidFill>
                <a:srgbClr val="000000"/>
              </a:solidFill>
              <a:latin typeface="Times New Roman" panose="02020603050405020304" pitchFamily="18" charset="0"/>
              <a:cs typeface="Times New Roman" panose="02020603050405020304" pitchFamily="18" charset="0"/>
            </a:rPr>
            <a:t>-temporal patterns of the Air Quality Index (AQI) in Pune city, and how does the integration of ground-based monitoring data with satellite observations enhance the understanding of these patterns?</a:t>
          </a:r>
          <a:endParaRPr lang="en-IN" sz="2000" b="0" dirty="0">
            <a:solidFill>
              <a:srgbClr val="000000"/>
            </a:solidFill>
            <a:latin typeface="Times New Roman" panose="02020603050405020304" pitchFamily="18" charset="0"/>
            <a:cs typeface="Times New Roman" panose="02020603050405020304" pitchFamily="18" charset="0"/>
          </a:endParaRPr>
        </a:p>
      </dgm:t>
    </dgm:pt>
    <dgm:pt modelId="{BA3526AB-9248-4CE7-9F42-6DB8EFFF129F}" type="parTrans" cxnId="{8C3E39F7-7441-422D-A5F2-2C89FFE47373}">
      <dgm:prSet/>
      <dgm:spPr/>
      <dgm:t>
        <a:bodyPr/>
        <a:lstStyle/>
        <a:p>
          <a:endParaRPr lang="en-IN" sz="2400" b="0">
            <a:latin typeface="Times New Roman" panose="02020603050405020304" pitchFamily="18" charset="0"/>
            <a:cs typeface="Times New Roman" panose="02020603050405020304" pitchFamily="18" charset="0"/>
          </a:endParaRPr>
        </a:p>
      </dgm:t>
    </dgm:pt>
    <dgm:pt modelId="{7D2FA2B5-FEF9-4A5F-94A5-AD1EE91E8B47}" type="sibTrans" cxnId="{8C3E39F7-7441-422D-A5F2-2C89FFE47373}">
      <dgm:prSet/>
      <dgm:spPr/>
      <dgm:t>
        <a:bodyPr/>
        <a:lstStyle/>
        <a:p>
          <a:endParaRPr lang="en-IN" sz="2400" b="0">
            <a:latin typeface="Times New Roman" panose="02020603050405020304" pitchFamily="18" charset="0"/>
            <a:cs typeface="Times New Roman" panose="02020603050405020304" pitchFamily="18" charset="0"/>
          </a:endParaRPr>
        </a:p>
      </dgm:t>
    </dgm:pt>
    <dgm:pt modelId="{CE56D96A-14CB-45D7-9F81-D423A44990FB}">
      <dgm:prSet phldrT="[Text]" custT="1"/>
      <dgm:spPr>
        <a:solidFill>
          <a:schemeClr val="accent3">
            <a:lumMod val="20000"/>
            <a:lumOff val="80000"/>
          </a:schemeClr>
        </a:solidFill>
      </dgm:spPr>
      <dgm:t>
        <a:bodyPr/>
        <a:lstStyle/>
        <a:p>
          <a:r>
            <a:rPr lang="en-IN" sz="2000" dirty="0">
              <a:solidFill>
                <a:srgbClr val="000000"/>
              </a:solidFill>
              <a:latin typeface="Times New Roman" panose="02020603050405020304" pitchFamily="18" charset="0"/>
              <a:cs typeface="Times New Roman" panose="02020603050405020304" pitchFamily="18" charset="0"/>
            </a:rPr>
            <a:t>How can spatial decision support systems be utilized to develop and prioritize sustainable mitigation strategies and planning interventions for improving air quality and urban climate resilience in Pune city?</a:t>
          </a:r>
          <a:endParaRPr lang="en-IN" sz="2000" b="0" dirty="0">
            <a:solidFill>
              <a:srgbClr val="000000"/>
            </a:solidFill>
            <a:latin typeface="Times New Roman" panose="02020603050405020304" pitchFamily="18" charset="0"/>
            <a:cs typeface="Times New Roman" panose="02020603050405020304" pitchFamily="18" charset="0"/>
          </a:endParaRPr>
        </a:p>
      </dgm:t>
    </dgm:pt>
    <dgm:pt modelId="{2F2F9C3E-574B-4871-BA98-0E754913BE0E}" type="parTrans" cxnId="{E54230AB-95FE-4EAD-AB02-751BD2C7AEBF}">
      <dgm:prSet/>
      <dgm:spPr/>
      <dgm:t>
        <a:bodyPr/>
        <a:lstStyle/>
        <a:p>
          <a:endParaRPr lang="en-IN" sz="2400" b="0">
            <a:latin typeface="Times New Roman" panose="02020603050405020304" pitchFamily="18" charset="0"/>
            <a:cs typeface="Times New Roman" panose="02020603050405020304" pitchFamily="18" charset="0"/>
          </a:endParaRPr>
        </a:p>
      </dgm:t>
    </dgm:pt>
    <dgm:pt modelId="{38E4DF7E-0BD5-4B7E-BF14-B2728F802CDF}" type="sibTrans" cxnId="{E54230AB-95FE-4EAD-AB02-751BD2C7AEBF}">
      <dgm:prSet/>
      <dgm:spPr/>
      <dgm:t>
        <a:bodyPr/>
        <a:lstStyle/>
        <a:p>
          <a:endParaRPr lang="en-IN" sz="2400" b="0">
            <a:latin typeface="Times New Roman" panose="02020603050405020304" pitchFamily="18" charset="0"/>
            <a:cs typeface="Times New Roman" panose="02020603050405020304" pitchFamily="18" charset="0"/>
          </a:endParaRPr>
        </a:p>
      </dgm:t>
    </dgm:pt>
    <dgm:pt modelId="{B075C99B-F8F6-4AF8-AE32-E5F02D2291AF}">
      <dgm:prSet custT="1"/>
      <dgm:spPr>
        <a:solidFill>
          <a:schemeClr val="accent3">
            <a:lumMod val="20000"/>
            <a:lumOff val="80000"/>
          </a:schemeClr>
        </a:solidFill>
      </dgm:spPr>
      <dgm:t>
        <a:bodyPr/>
        <a:lstStyle/>
        <a:p>
          <a:r>
            <a:rPr lang="en-IN" sz="2000" dirty="0">
              <a:solidFill>
                <a:srgbClr val="000000"/>
              </a:solidFill>
              <a:latin typeface="Times New Roman" panose="02020603050405020304" pitchFamily="18" charset="0"/>
              <a:cs typeface="Times New Roman" panose="02020603050405020304" pitchFamily="18" charset="0"/>
            </a:rPr>
            <a:t>How do air pollution and urban climate resilience influence each other in Pune city, and what are the consequences for vulnerable areas and population exposure?</a:t>
          </a:r>
          <a:endParaRPr lang="en-IN" sz="2000" b="0" dirty="0">
            <a:solidFill>
              <a:srgbClr val="000000"/>
            </a:solidFill>
            <a:latin typeface="Times New Roman" panose="02020603050405020304" pitchFamily="18" charset="0"/>
            <a:cs typeface="Times New Roman" panose="02020603050405020304" pitchFamily="18" charset="0"/>
          </a:endParaRPr>
        </a:p>
      </dgm:t>
    </dgm:pt>
    <dgm:pt modelId="{463AFC89-3B9A-4988-9924-14743EC2E390}" type="parTrans" cxnId="{AB0FEDE6-19B7-4EC8-8DF5-C2CFE8F03B6E}">
      <dgm:prSet/>
      <dgm:spPr/>
      <dgm:t>
        <a:bodyPr/>
        <a:lstStyle/>
        <a:p>
          <a:endParaRPr lang="en-IN" sz="2400" b="0">
            <a:latin typeface="Times New Roman" panose="02020603050405020304" pitchFamily="18" charset="0"/>
            <a:cs typeface="Times New Roman" panose="02020603050405020304" pitchFamily="18" charset="0"/>
          </a:endParaRPr>
        </a:p>
      </dgm:t>
    </dgm:pt>
    <dgm:pt modelId="{DAEBABA3-A49A-467D-8077-4043C9598CA8}" type="sibTrans" cxnId="{AB0FEDE6-19B7-4EC8-8DF5-C2CFE8F03B6E}">
      <dgm:prSet/>
      <dgm:spPr/>
      <dgm:t>
        <a:bodyPr/>
        <a:lstStyle/>
        <a:p>
          <a:endParaRPr lang="en-IN" sz="2400" b="0">
            <a:latin typeface="Times New Roman" panose="02020603050405020304" pitchFamily="18" charset="0"/>
            <a:cs typeface="Times New Roman" panose="02020603050405020304" pitchFamily="18" charset="0"/>
          </a:endParaRPr>
        </a:p>
      </dgm:t>
    </dgm:pt>
    <dgm:pt modelId="{86BF8CCC-8E99-4F8B-BB1F-F4421B3D6AB1}">
      <dgm:prSet custT="1"/>
      <dgm:spPr>
        <a:solidFill>
          <a:schemeClr val="accent3">
            <a:lumMod val="20000"/>
            <a:lumOff val="80000"/>
          </a:schemeClr>
        </a:solidFill>
      </dgm:spPr>
      <dgm:t>
        <a:bodyPr/>
        <a:lstStyle/>
        <a:p>
          <a:r>
            <a:rPr lang="en-IN" sz="2000" dirty="0">
              <a:solidFill>
                <a:srgbClr val="000000"/>
              </a:solidFill>
              <a:latin typeface="Times New Roman" panose="02020603050405020304" pitchFamily="18" charset="0"/>
              <a:cs typeface="Times New Roman" panose="02020603050405020304" pitchFamily="18" charset="0"/>
            </a:rPr>
            <a:t>What is the relationship between key climatic variables and the behaviour of air pollutants in terms of their concentration, dispersion, and persistence in the urban environment of Pune?</a:t>
          </a:r>
          <a:endParaRPr lang="en-IN" sz="2000" b="0" dirty="0">
            <a:solidFill>
              <a:srgbClr val="000000"/>
            </a:solidFill>
            <a:latin typeface="Times New Roman" panose="02020603050405020304" pitchFamily="18" charset="0"/>
            <a:cs typeface="Times New Roman" panose="02020603050405020304" pitchFamily="18" charset="0"/>
          </a:endParaRPr>
        </a:p>
      </dgm:t>
    </dgm:pt>
    <dgm:pt modelId="{16ABE915-1F85-45B7-B59B-7DFA4888A2E2}" type="parTrans" cxnId="{F2561ED4-1F89-45C0-80AC-B52ACC555BE1}">
      <dgm:prSet/>
      <dgm:spPr/>
      <dgm:t>
        <a:bodyPr/>
        <a:lstStyle/>
        <a:p>
          <a:endParaRPr lang="en-IN" sz="2400" b="0">
            <a:latin typeface="Times New Roman" panose="02020603050405020304" pitchFamily="18" charset="0"/>
            <a:cs typeface="Times New Roman" panose="02020603050405020304" pitchFamily="18" charset="0"/>
          </a:endParaRPr>
        </a:p>
      </dgm:t>
    </dgm:pt>
    <dgm:pt modelId="{741F3A87-2089-4A48-98F5-638F860C1CAF}" type="sibTrans" cxnId="{F2561ED4-1F89-45C0-80AC-B52ACC555BE1}">
      <dgm:prSet/>
      <dgm:spPr/>
      <dgm:t>
        <a:bodyPr/>
        <a:lstStyle/>
        <a:p>
          <a:endParaRPr lang="en-IN" sz="2400" b="0">
            <a:latin typeface="Times New Roman" panose="02020603050405020304" pitchFamily="18" charset="0"/>
            <a:cs typeface="Times New Roman" panose="02020603050405020304" pitchFamily="18" charset="0"/>
          </a:endParaRPr>
        </a:p>
      </dgm:t>
    </dgm:pt>
    <dgm:pt modelId="{80B4D4E8-3CCD-46F2-B47B-BD307B112F44}" type="pres">
      <dgm:prSet presAssocID="{C540DDBE-E9FC-46BD-B1C4-182D580EE412}" presName="Name0" presStyleCnt="0">
        <dgm:presLayoutVars>
          <dgm:chMax val="7"/>
          <dgm:chPref val="7"/>
          <dgm:dir/>
        </dgm:presLayoutVars>
      </dgm:prSet>
      <dgm:spPr/>
    </dgm:pt>
    <dgm:pt modelId="{90C9DA9D-3B4D-4928-9A28-590D4FFA3A34}" type="pres">
      <dgm:prSet presAssocID="{C540DDBE-E9FC-46BD-B1C4-182D580EE412}" presName="Name1" presStyleCnt="0"/>
      <dgm:spPr/>
    </dgm:pt>
    <dgm:pt modelId="{78A30FF1-5666-4FB8-8B29-77E52AB7DB19}" type="pres">
      <dgm:prSet presAssocID="{C540DDBE-E9FC-46BD-B1C4-182D580EE412}" presName="cycle" presStyleCnt="0"/>
      <dgm:spPr/>
    </dgm:pt>
    <dgm:pt modelId="{C6F74EF2-3659-417E-ADFB-60F27CCCE235}" type="pres">
      <dgm:prSet presAssocID="{C540DDBE-E9FC-46BD-B1C4-182D580EE412}" presName="srcNode" presStyleLbl="node1" presStyleIdx="0" presStyleCnt="4"/>
      <dgm:spPr/>
    </dgm:pt>
    <dgm:pt modelId="{4F3C9340-7392-400B-89F9-B527C4975156}" type="pres">
      <dgm:prSet presAssocID="{C540DDBE-E9FC-46BD-B1C4-182D580EE412}" presName="conn" presStyleLbl="parChTrans1D2" presStyleIdx="0" presStyleCnt="1"/>
      <dgm:spPr/>
    </dgm:pt>
    <dgm:pt modelId="{BFBD6CD0-2467-43A3-A54E-8D2D6DEB37BC}" type="pres">
      <dgm:prSet presAssocID="{C540DDBE-E9FC-46BD-B1C4-182D580EE412}" presName="extraNode" presStyleLbl="node1" presStyleIdx="0" presStyleCnt="4"/>
      <dgm:spPr/>
    </dgm:pt>
    <dgm:pt modelId="{07F10BE1-B5B4-4D3F-BAB0-4524A14C3929}" type="pres">
      <dgm:prSet presAssocID="{C540DDBE-E9FC-46BD-B1C4-182D580EE412}" presName="dstNode" presStyleLbl="node1" presStyleIdx="0" presStyleCnt="4"/>
      <dgm:spPr/>
    </dgm:pt>
    <dgm:pt modelId="{7A0F5382-712C-475B-AF41-CF764B4F546D}" type="pres">
      <dgm:prSet presAssocID="{95A631FA-8347-4094-9B92-670D489250ED}" presName="text_1" presStyleLbl="node1" presStyleIdx="0" presStyleCnt="4">
        <dgm:presLayoutVars>
          <dgm:bulletEnabled val="1"/>
        </dgm:presLayoutVars>
      </dgm:prSet>
      <dgm:spPr/>
    </dgm:pt>
    <dgm:pt modelId="{C50661F1-3831-4514-9A36-5001EC8DF92E}" type="pres">
      <dgm:prSet presAssocID="{95A631FA-8347-4094-9B92-670D489250ED}" presName="accent_1" presStyleCnt="0"/>
      <dgm:spPr/>
    </dgm:pt>
    <dgm:pt modelId="{8EF831FD-BEB2-47EF-BDB7-C9BBB1D2825A}" type="pres">
      <dgm:prSet presAssocID="{95A631FA-8347-4094-9B92-670D489250ED}" presName="accentRepeatNode" presStyleLbl="solidFgAcc1" presStyleIdx="0" presStyleCnt="4"/>
      <dgm:spPr/>
    </dgm:pt>
    <dgm:pt modelId="{6CF42D18-14C4-4097-923B-A0642A725AE1}" type="pres">
      <dgm:prSet presAssocID="{86BF8CCC-8E99-4F8B-BB1F-F4421B3D6AB1}" presName="text_2" presStyleLbl="node1" presStyleIdx="1" presStyleCnt="4">
        <dgm:presLayoutVars>
          <dgm:bulletEnabled val="1"/>
        </dgm:presLayoutVars>
      </dgm:prSet>
      <dgm:spPr/>
    </dgm:pt>
    <dgm:pt modelId="{90B91D4B-BC33-4AE2-949C-86EBBCBA13F1}" type="pres">
      <dgm:prSet presAssocID="{86BF8CCC-8E99-4F8B-BB1F-F4421B3D6AB1}" presName="accent_2" presStyleCnt="0"/>
      <dgm:spPr/>
    </dgm:pt>
    <dgm:pt modelId="{AC14E270-A6B1-4A32-8B17-92AC250F163D}" type="pres">
      <dgm:prSet presAssocID="{86BF8CCC-8E99-4F8B-BB1F-F4421B3D6AB1}" presName="accentRepeatNode" presStyleLbl="solidFgAcc1" presStyleIdx="1" presStyleCnt="4"/>
      <dgm:spPr/>
    </dgm:pt>
    <dgm:pt modelId="{E867172F-02B6-45D4-9A31-70E11B43DF18}" type="pres">
      <dgm:prSet presAssocID="{B075C99B-F8F6-4AF8-AE32-E5F02D2291AF}" presName="text_3" presStyleLbl="node1" presStyleIdx="2" presStyleCnt="4" custLinFactNeighborY="-1294">
        <dgm:presLayoutVars>
          <dgm:bulletEnabled val="1"/>
        </dgm:presLayoutVars>
      </dgm:prSet>
      <dgm:spPr/>
    </dgm:pt>
    <dgm:pt modelId="{D72BCC21-220B-449E-ADA7-6D51A7392C49}" type="pres">
      <dgm:prSet presAssocID="{B075C99B-F8F6-4AF8-AE32-E5F02D2291AF}" presName="accent_3" presStyleCnt="0"/>
      <dgm:spPr/>
    </dgm:pt>
    <dgm:pt modelId="{E9379E17-4CEB-44B9-A588-F035D8E774BD}" type="pres">
      <dgm:prSet presAssocID="{B075C99B-F8F6-4AF8-AE32-E5F02D2291AF}" presName="accentRepeatNode" presStyleLbl="solidFgAcc1" presStyleIdx="2" presStyleCnt="4"/>
      <dgm:spPr/>
    </dgm:pt>
    <dgm:pt modelId="{0FD0270B-ECF1-49B6-A945-B1EBFC1C2AC8}" type="pres">
      <dgm:prSet presAssocID="{CE56D96A-14CB-45D7-9F81-D423A44990FB}" presName="text_4" presStyleLbl="node1" presStyleIdx="3" presStyleCnt="4">
        <dgm:presLayoutVars>
          <dgm:bulletEnabled val="1"/>
        </dgm:presLayoutVars>
      </dgm:prSet>
      <dgm:spPr/>
    </dgm:pt>
    <dgm:pt modelId="{D673C7F0-4204-4B9B-9EBD-D57467112E77}" type="pres">
      <dgm:prSet presAssocID="{CE56D96A-14CB-45D7-9F81-D423A44990FB}" presName="accent_4" presStyleCnt="0"/>
      <dgm:spPr/>
    </dgm:pt>
    <dgm:pt modelId="{A80488AF-AC98-430B-B654-75E96E14196C}" type="pres">
      <dgm:prSet presAssocID="{CE56D96A-14CB-45D7-9F81-D423A44990FB}" presName="accentRepeatNode" presStyleLbl="solidFgAcc1" presStyleIdx="3" presStyleCnt="4"/>
      <dgm:spPr/>
    </dgm:pt>
  </dgm:ptLst>
  <dgm:cxnLst>
    <dgm:cxn modelId="{7A4B9B0E-804C-48B0-90C2-5F00F63D762F}" type="presOf" srcId="{B075C99B-F8F6-4AF8-AE32-E5F02D2291AF}" destId="{E867172F-02B6-45D4-9A31-70E11B43DF18}" srcOrd="0" destOrd="0" presId="urn:microsoft.com/office/officeart/2008/layout/VerticalCurvedList"/>
    <dgm:cxn modelId="{E5A71156-A8F5-46E2-93F1-042246FF5347}" type="presOf" srcId="{86BF8CCC-8E99-4F8B-BB1F-F4421B3D6AB1}" destId="{6CF42D18-14C4-4097-923B-A0642A725AE1}" srcOrd="0" destOrd="0" presId="urn:microsoft.com/office/officeart/2008/layout/VerticalCurvedList"/>
    <dgm:cxn modelId="{E54230AB-95FE-4EAD-AB02-751BD2C7AEBF}" srcId="{C540DDBE-E9FC-46BD-B1C4-182D580EE412}" destId="{CE56D96A-14CB-45D7-9F81-D423A44990FB}" srcOrd="3" destOrd="0" parTransId="{2F2F9C3E-574B-4871-BA98-0E754913BE0E}" sibTransId="{38E4DF7E-0BD5-4B7E-BF14-B2728F802CDF}"/>
    <dgm:cxn modelId="{97205AB9-DAD0-43DF-A5B8-E1CEBCFFF9B9}" type="presOf" srcId="{CE56D96A-14CB-45D7-9F81-D423A44990FB}" destId="{0FD0270B-ECF1-49B6-A945-B1EBFC1C2AC8}" srcOrd="0" destOrd="0" presId="urn:microsoft.com/office/officeart/2008/layout/VerticalCurvedList"/>
    <dgm:cxn modelId="{B2FAD3C3-4C02-4CD9-8096-D3B08CE08016}" type="presOf" srcId="{C540DDBE-E9FC-46BD-B1C4-182D580EE412}" destId="{80B4D4E8-3CCD-46F2-B47B-BD307B112F44}" srcOrd="0" destOrd="0" presId="urn:microsoft.com/office/officeart/2008/layout/VerticalCurvedList"/>
    <dgm:cxn modelId="{F2561ED4-1F89-45C0-80AC-B52ACC555BE1}" srcId="{C540DDBE-E9FC-46BD-B1C4-182D580EE412}" destId="{86BF8CCC-8E99-4F8B-BB1F-F4421B3D6AB1}" srcOrd="1" destOrd="0" parTransId="{16ABE915-1F85-45B7-B59B-7DFA4888A2E2}" sibTransId="{741F3A87-2089-4A48-98F5-638F860C1CAF}"/>
    <dgm:cxn modelId="{CF8889DD-54B5-4203-AAAA-4E1DB03A84B6}" type="presOf" srcId="{7D2FA2B5-FEF9-4A5F-94A5-AD1EE91E8B47}" destId="{4F3C9340-7392-400B-89F9-B527C4975156}" srcOrd="0" destOrd="0" presId="urn:microsoft.com/office/officeart/2008/layout/VerticalCurvedList"/>
    <dgm:cxn modelId="{AB0FEDE6-19B7-4EC8-8DF5-C2CFE8F03B6E}" srcId="{C540DDBE-E9FC-46BD-B1C4-182D580EE412}" destId="{B075C99B-F8F6-4AF8-AE32-E5F02D2291AF}" srcOrd="2" destOrd="0" parTransId="{463AFC89-3B9A-4988-9924-14743EC2E390}" sibTransId="{DAEBABA3-A49A-467D-8077-4043C9598CA8}"/>
    <dgm:cxn modelId="{8CA19AF6-8220-4056-9E81-F88DD3CA261E}" type="presOf" srcId="{95A631FA-8347-4094-9B92-670D489250ED}" destId="{7A0F5382-712C-475B-AF41-CF764B4F546D}" srcOrd="0" destOrd="0" presId="urn:microsoft.com/office/officeart/2008/layout/VerticalCurvedList"/>
    <dgm:cxn modelId="{8C3E39F7-7441-422D-A5F2-2C89FFE47373}" srcId="{C540DDBE-E9FC-46BD-B1C4-182D580EE412}" destId="{95A631FA-8347-4094-9B92-670D489250ED}" srcOrd="0" destOrd="0" parTransId="{BA3526AB-9248-4CE7-9F42-6DB8EFFF129F}" sibTransId="{7D2FA2B5-FEF9-4A5F-94A5-AD1EE91E8B47}"/>
    <dgm:cxn modelId="{5DB302FD-E111-42CB-B87D-13D543AC77B6}" type="presParOf" srcId="{80B4D4E8-3CCD-46F2-B47B-BD307B112F44}" destId="{90C9DA9D-3B4D-4928-9A28-590D4FFA3A34}" srcOrd="0" destOrd="0" presId="urn:microsoft.com/office/officeart/2008/layout/VerticalCurvedList"/>
    <dgm:cxn modelId="{942434CD-04DB-478C-B19B-E5CA5AAD1923}" type="presParOf" srcId="{90C9DA9D-3B4D-4928-9A28-590D4FFA3A34}" destId="{78A30FF1-5666-4FB8-8B29-77E52AB7DB19}" srcOrd="0" destOrd="0" presId="urn:microsoft.com/office/officeart/2008/layout/VerticalCurvedList"/>
    <dgm:cxn modelId="{93A4B5CF-9AF0-4534-8581-D00F6BB3AC13}" type="presParOf" srcId="{78A30FF1-5666-4FB8-8B29-77E52AB7DB19}" destId="{C6F74EF2-3659-417E-ADFB-60F27CCCE235}" srcOrd="0" destOrd="0" presId="urn:microsoft.com/office/officeart/2008/layout/VerticalCurvedList"/>
    <dgm:cxn modelId="{E6169445-B852-47A4-A767-39968E6C6CD9}" type="presParOf" srcId="{78A30FF1-5666-4FB8-8B29-77E52AB7DB19}" destId="{4F3C9340-7392-400B-89F9-B527C4975156}" srcOrd="1" destOrd="0" presId="urn:microsoft.com/office/officeart/2008/layout/VerticalCurvedList"/>
    <dgm:cxn modelId="{A02D0DB0-F921-4014-98D6-FCE89477E0F6}" type="presParOf" srcId="{78A30FF1-5666-4FB8-8B29-77E52AB7DB19}" destId="{BFBD6CD0-2467-43A3-A54E-8D2D6DEB37BC}" srcOrd="2" destOrd="0" presId="urn:microsoft.com/office/officeart/2008/layout/VerticalCurvedList"/>
    <dgm:cxn modelId="{9190F227-B411-464C-8608-3F9A9972C67D}" type="presParOf" srcId="{78A30FF1-5666-4FB8-8B29-77E52AB7DB19}" destId="{07F10BE1-B5B4-4D3F-BAB0-4524A14C3929}" srcOrd="3" destOrd="0" presId="urn:microsoft.com/office/officeart/2008/layout/VerticalCurvedList"/>
    <dgm:cxn modelId="{04E5EEBF-8E8A-418E-B6EA-91F873F26185}" type="presParOf" srcId="{90C9DA9D-3B4D-4928-9A28-590D4FFA3A34}" destId="{7A0F5382-712C-475B-AF41-CF764B4F546D}" srcOrd="1" destOrd="0" presId="urn:microsoft.com/office/officeart/2008/layout/VerticalCurvedList"/>
    <dgm:cxn modelId="{A1634BE7-00AF-463B-9C48-1C5CE5FAE55E}" type="presParOf" srcId="{90C9DA9D-3B4D-4928-9A28-590D4FFA3A34}" destId="{C50661F1-3831-4514-9A36-5001EC8DF92E}" srcOrd="2" destOrd="0" presId="urn:microsoft.com/office/officeart/2008/layout/VerticalCurvedList"/>
    <dgm:cxn modelId="{034FFC53-0757-42AF-BE08-08B421942E2B}" type="presParOf" srcId="{C50661F1-3831-4514-9A36-5001EC8DF92E}" destId="{8EF831FD-BEB2-47EF-BDB7-C9BBB1D2825A}" srcOrd="0" destOrd="0" presId="urn:microsoft.com/office/officeart/2008/layout/VerticalCurvedList"/>
    <dgm:cxn modelId="{F584861B-7011-4BCB-A4C1-CE6DCD5D3E9D}" type="presParOf" srcId="{90C9DA9D-3B4D-4928-9A28-590D4FFA3A34}" destId="{6CF42D18-14C4-4097-923B-A0642A725AE1}" srcOrd="3" destOrd="0" presId="urn:microsoft.com/office/officeart/2008/layout/VerticalCurvedList"/>
    <dgm:cxn modelId="{B1105C0C-41B8-4576-BFC3-CB2174A69062}" type="presParOf" srcId="{90C9DA9D-3B4D-4928-9A28-590D4FFA3A34}" destId="{90B91D4B-BC33-4AE2-949C-86EBBCBA13F1}" srcOrd="4" destOrd="0" presId="urn:microsoft.com/office/officeart/2008/layout/VerticalCurvedList"/>
    <dgm:cxn modelId="{3C55BC7E-4070-4004-BE8B-BBB9398FFB23}" type="presParOf" srcId="{90B91D4B-BC33-4AE2-949C-86EBBCBA13F1}" destId="{AC14E270-A6B1-4A32-8B17-92AC250F163D}" srcOrd="0" destOrd="0" presId="urn:microsoft.com/office/officeart/2008/layout/VerticalCurvedList"/>
    <dgm:cxn modelId="{6956E47D-6DBA-4DE0-B8DD-6C49714E6D4D}" type="presParOf" srcId="{90C9DA9D-3B4D-4928-9A28-590D4FFA3A34}" destId="{E867172F-02B6-45D4-9A31-70E11B43DF18}" srcOrd="5" destOrd="0" presId="urn:microsoft.com/office/officeart/2008/layout/VerticalCurvedList"/>
    <dgm:cxn modelId="{3E46C5FA-8396-4FE8-848F-1913E5130746}" type="presParOf" srcId="{90C9DA9D-3B4D-4928-9A28-590D4FFA3A34}" destId="{D72BCC21-220B-449E-ADA7-6D51A7392C49}" srcOrd="6" destOrd="0" presId="urn:microsoft.com/office/officeart/2008/layout/VerticalCurvedList"/>
    <dgm:cxn modelId="{298F9776-901F-48AE-9276-765F85439092}" type="presParOf" srcId="{D72BCC21-220B-449E-ADA7-6D51A7392C49}" destId="{E9379E17-4CEB-44B9-A588-F035D8E774BD}" srcOrd="0" destOrd="0" presId="urn:microsoft.com/office/officeart/2008/layout/VerticalCurvedList"/>
    <dgm:cxn modelId="{65334E4F-7835-4875-90D8-D3F31C5D2AD6}" type="presParOf" srcId="{90C9DA9D-3B4D-4928-9A28-590D4FFA3A34}" destId="{0FD0270B-ECF1-49B6-A945-B1EBFC1C2AC8}" srcOrd="7" destOrd="0" presId="urn:microsoft.com/office/officeart/2008/layout/VerticalCurvedList"/>
    <dgm:cxn modelId="{1EC8BB5A-8F7F-4524-A5C7-7873EC86BBFC}" type="presParOf" srcId="{90C9DA9D-3B4D-4928-9A28-590D4FFA3A34}" destId="{D673C7F0-4204-4B9B-9EBD-D57467112E77}" srcOrd="8" destOrd="0" presId="urn:microsoft.com/office/officeart/2008/layout/VerticalCurvedList"/>
    <dgm:cxn modelId="{04200B80-5769-40CD-A598-025BC3BF44C3}" type="presParOf" srcId="{D673C7F0-4204-4B9B-9EBD-D57467112E77}" destId="{A80488AF-AC98-430B-B654-75E96E14196C}"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B01479-4513-4FC8-A07A-B2756E912564}"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IN"/>
        </a:p>
      </dgm:t>
    </dgm:pt>
    <dgm:pt modelId="{C1F2DB60-7166-4692-B7BA-55878BE269A1}">
      <dgm:prSet phldrT="[Text]"/>
      <dgm:spPr>
        <a:solidFill>
          <a:schemeClr val="tx1">
            <a:lumMod val="20000"/>
            <a:lumOff val="80000"/>
          </a:schemeClr>
        </a:solidFill>
      </dgm:spPr>
      <dgm:t>
        <a:bodyPr/>
        <a:lstStyle/>
        <a:p>
          <a:r>
            <a:rPr lang="en-IN" b="1" dirty="0">
              <a:solidFill>
                <a:srgbClr val="000000"/>
              </a:solidFill>
              <a:latin typeface="Times New Roman" panose="02020603050405020304" pitchFamily="18" charset="0"/>
              <a:cs typeface="Times New Roman" panose="02020603050405020304" pitchFamily="18" charset="0"/>
            </a:rPr>
            <a:t>A. Air Quality </a:t>
          </a:r>
        </a:p>
      </dgm:t>
    </dgm:pt>
    <dgm:pt modelId="{BFCC503F-5EA3-418D-BA13-8B7D2B52AF36}" type="parTrans" cxnId="{5E86C038-EC8F-4F16-ABAC-9CCDEBE37AB5}">
      <dgm:prSet/>
      <dgm:spPr/>
      <dgm:t>
        <a:bodyPr/>
        <a:lstStyle/>
        <a:p>
          <a:endParaRPr lang="en-IN"/>
        </a:p>
      </dgm:t>
    </dgm:pt>
    <dgm:pt modelId="{93013C85-D03F-4B86-B37E-440E52155DEF}" type="sibTrans" cxnId="{5E86C038-EC8F-4F16-ABAC-9CCDEBE37AB5}">
      <dgm:prSet/>
      <dgm:spPr/>
      <dgm:t>
        <a:bodyPr/>
        <a:lstStyle/>
        <a:p>
          <a:endParaRPr lang="en-IN"/>
        </a:p>
      </dgm:t>
    </dgm:pt>
    <dgm:pt modelId="{C8139E8C-D0B5-48E6-AA03-1C7A99C71571}">
      <dgm:prSet phldrT="[Text]" custT="1"/>
      <dgm:spPr>
        <a:solidFill>
          <a:schemeClr val="tx1">
            <a:lumMod val="20000"/>
            <a:lumOff val="80000"/>
          </a:schemeClr>
        </a:solidFill>
      </dgm:spPr>
      <dgm:t>
        <a:bodyPr/>
        <a:lstStyle/>
        <a:p>
          <a:r>
            <a:rPr lang="en-IN" sz="2000" b="1" dirty="0">
              <a:solidFill>
                <a:srgbClr val="000000"/>
              </a:solidFill>
              <a:latin typeface="Times New Roman" panose="02020603050405020304" pitchFamily="18" charset="0"/>
              <a:cs typeface="Times New Roman" panose="02020603050405020304" pitchFamily="18" charset="0"/>
            </a:rPr>
            <a:t>B. Satellite and Geospatial Data</a:t>
          </a:r>
        </a:p>
      </dgm:t>
    </dgm:pt>
    <dgm:pt modelId="{F0323B0C-D6C6-4612-94DB-35BD71765CE7}" type="parTrans" cxnId="{DE11C127-B5C6-453B-B7E6-154296182477}">
      <dgm:prSet/>
      <dgm:spPr/>
      <dgm:t>
        <a:bodyPr/>
        <a:lstStyle/>
        <a:p>
          <a:endParaRPr lang="en-IN"/>
        </a:p>
      </dgm:t>
    </dgm:pt>
    <dgm:pt modelId="{9E974CC1-B9E2-4602-9CA9-50CB83A83C26}" type="sibTrans" cxnId="{DE11C127-B5C6-453B-B7E6-154296182477}">
      <dgm:prSet/>
      <dgm:spPr/>
      <dgm:t>
        <a:bodyPr/>
        <a:lstStyle/>
        <a:p>
          <a:endParaRPr lang="en-IN"/>
        </a:p>
      </dgm:t>
    </dgm:pt>
    <dgm:pt modelId="{2D0428C1-BB69-440F-B07D-3EA944BA84C9}">
      <dgm:prSet phldrT="[Text]"/>
      <dgm:spPr/>
      <dgm:t>
        <a:bodyPr/>
        <a:lstStyle/>
        <a:p>
          <a:r>
            <a:rPr lang="en-US" dirty="0">
              <a:solidFill>
                <a:srgbClr val="000000"/>
              </a:solidFill>
              <a:latin typeface="Times New Roman" panose="02020603050405020304" pitchFamily="18" charset="0"/>
              <a:cs typeface="Times New Roman" panose="02020603050405020304" pitchFamily="18" charset="0"/>
            </a:rPr>
            <a:t>Landsat 8/9 or Sentinel-2 satellite images from </a:t>
          </a:r>
          <a:r>
            <a:rPr lang="en-IN" dirty="0">
              <a:solidFill>
                <a:srgbClr val="000000"/>
              </a:solidFill>
              <a:latin typeface="Times New Roman" panose="02020603050405020304" pitchFamily="18" charset="0"/>
              <a:cs typeface="Times New Roman" panose="02020603050405020304" pitchFamily="18" charset="0"/>
            </a:rPr>
            <a:t>USGS Earth Explorer or Copernicus Open Access Hub </a:t>
          </a:r>
          <a:r>
            <a:rPr lang="en-US" dirty="0">
              <a:solidFill>
                <a:srgbClr val="000000"/>
              </a:solidFill>
              <a:latin typeface="Times New Roman" panose="02020603050405020304" pitchFamily="18" charset="0"/>
              <a:cs typeface="Times New Roman" panose="02020603050405020304" pitchFamily="18" charset="0"/>
            </a:rPr>
            <a:t>for multi-year analysis</a:t>
          </a:r>
          <a:endParaRPr lang="en-IN" dirty="0">
            <a:solidFill>
              <a:srgbClr val="000000"/>
            </a:solidFill>
            <a:latin typeface="Times New Roman" panose="02020603050405020304" pitchFamily="18" charset="0"/>
            <a:cs typeface="Times New Roman" panose="02020603050405020304" pitchFamily="18" charset="0"/>
          </a:endParaRPr>
        </a:p>
      </dgm:t>
    </dgm:pt>
    <dgm:pt modelId="{3866C37B-AC49-466D-B206-816B651DE7F4}" type="parTrans" cxnId="{9DE07944-D40B-49FB-B3DF-B32C5199FB8A}">
      <dgm:prSet/>
      <dgm:spPr/>
      <dgm:t>
        <a:bodyPr/>
        <a:lstStyle/>
        <a:p>
          <a:endParaRPr lang="en-IN"/>
        </a:p>
      </dgm:t>
    </dgm:pt>
    <dgm:pt modelId="{612BDC1E-DF08-4B4F-9A8C-6C5448B8C24D}" type="sibTrans" cxnId="{9DE07944-D40B-49FB-B3DF-B32C5199FB8A}">
      <dgm:prSet/>
      <dgm:spPr/>
      <dgm:t>
        <a:bodyPr/>
        <a:lstStyle/>
        <a:p>
          <a:endParaRPr lang="en-IN"/>
        </a:p>
      </dgm:t>
    </dgm:pt>
    <dgm:pt modelId="{73CBC23F-129A-4BC5-AAF7-D2D795D201B0}">
      <dgm:prSet phldrT="[Text]"/>
      <dgm:spPr/>
      <dgm:t>
        <a:bodyPr/>
        <a:lstStyle/>
        <a:p>
          <a:r>
            <a:rPr lang="en-IN" dirty="0">
              <a:solidFill>
                <a:srgbClr val="000000"/>
              </a:solidFill>
              <a:latin typeface="Times New Roman" panose="02020603050405020304" pitchFamily="18" charset="0"/>
              <a:cs typeface="Times New Roman" panose="02020603050405020304" pitchFamily="18" charset="0"/>
            </a:rPr>
            <a:t>DEM data (from SRTM) for topography.
</a:t>
          </a:r>
          <a:r>
            <a:rPr lang="en-US" dirty="0">
              <a:solidFill>
                <a:srgbClr val="000000"/>
              </a:solidFill>
              <a:latin typeface="Times New Roman" panose="02020603050405020304" pitchFamily="18" charset="0"/>
              <a:cs typeface="Times New Roman" panose="02020603050405020304" pitchFamily="18" charset="0"/>
            </a:rPr>
            <a:t>Administrative shapefiles and road/industry layers(from SOI)</a:t>
          </a:r>
          <a:endParaRPr lang="en-IN" dirty="0">
            <a:solidFill>
              <a:srgbClr val="000000"/>
            </a:solidFill>
            <a:latin typeface="Times New Roman" panose="02020603050405020304" pitchFamily="18" charset="0"/>
            <a:cs typeface="Times New Roman" panose="02020603050405020304" pitchFamily="18" charset="0"/>
          </a:endParaRPr>
        </a:p>
      </dgm:t>
    </dgm:pt>
    <dgm:pt modelId="{69BCFEDD-FBE3-40A9-A423-473B7EB68237}" type="parTrans" cxnId="{C9D3D711-EAD0-4631-B8E5-648627AEA305}">
      <dgm:prSet/>
      <dgm:spPr/>
      <dgm:t>
        <a:bodyPr/>
        <a:lstStyle/>
        <a:p>
          <a:endParaRPr lang="en-IN"/>
        </a:p>
      </dgm:t>
    </dgm:pt>
    <dgm:pt modelId="{A08FDF49-F201-4F79-9219-5168A33CE4D7}" type="sibTrans" cxnId="{C9D3D711-EAD0-4631-B8E5-648627AEA305}">
      <dgm:prSet/>
      <dgm:spPr/>
      <dgm:t>
        <a:bodyPr/>
        <a:lstStyle/>
        <a:p>
          <a:endParaRPr lang="en-IN"/>
        </a:p>
      </dgm:t>
    </dgm:pt>
    <dgm:pt modelId="{D21C1901-6944-4676-9379-50B9AE7EB03F}">
      <dgm:prSet phldrT="[Text]" custT="1"/>
      <dgm:spPr>
        <a:solidFill>
          <a:schemeClr val="tx1">
            <a:lumMod val="20000"/>
            <a:lumOff val="80000"/>
          </a:schemeClr>
        </a:solidFill>
      </dgm:spPr>
      <dgm:t>
        <a:bodyPr/>
        <a:lstStyle/>
        <a:p>
          <a:r>
            <a:rPr lang="en-IN" sz="2350" b="1" dirty="0">
              <a:solidFill>
                <a:srgbClr val="000000"/>
              </a:solidFill>
              <a:latin typeface="Times New Roman" panose="02020603050405020304" pitchFamily="18" charset="0"/>
              <a:cs typeface="Times New Roman" panose="02020603050405020304" pitchFamily="18" charset="0"/>
            </a:rPr>
            <a:t>C. Meteorological Data</a:t>
          </a:r>
        </a:p>
      </dgm:t>
    </dgm:pt>
    <dgm:pt modelId="{AD2E21FB-84E7-4D1D-817B-89EA0E149022}" type="parTrans" cxnId="{A3C0641D-AF35-4B61-9B75-26892EFF7A9F}">
      <dgm:prSet/>
      <dgm:spPr/>
      <dgm:t>
        <a:bodyPr/>
        <a:lstStyle/>
        <a:p>
          <a:endParaRPr lang="en-IN"/>
        </a:p>
      </dgm:t>
    </dgm:pt>
    <dgm:pt modelId="{1B57E023-8E3B-4B32-B6B3-97B84940143C}" type="sibTrans" cxnId="{A3C0641D-AF35-4B61-9B75-26892EFF7A9F}">
      <dgm:prSet/>
      <dgm:spPr/>
      <dgm:t>
        <a:bodyPr/>
        <a:lstStyle/>
        <a:p>
          <a:endParaRPr lang="en-IN"/>
        </a:p>
      </dgm:t>
    </dgm:pt>
    <dgm:pt modelId="{ABB1452B-6183-4352-B890-EA70844AE848}">
      <dgm:prSet phldrT="[Text]"/>
      <dgm:spPr>
        <a:solidFill>
          <a:schemeClr val="accent3">
            <a:lumMod val="20000"/>
            <a:lumOff val="80000"/>
            <a:alpha val="90000"/>
          </a:schemeClr>
        </a:solidFill>
      </dgm:spPr>
      <dgm:t>
        <a:bodyPr/>
        <a:lstStyle/>
        <a:p>
          <a:pPr>
            <a:lnSpc>
              <a:spcPct val="150000"/>
            </a:lnSpc>
          </a:pPr>
          <a:r>
            <a:rPr lang="en-IN" dirty="0">
              <a:solidFill>
                <a:srgbClr val="000000"/>
              </a:solidFill>
              <a:latin typeface="Times New Roman" panose="02020603050405020304" pitchFamily="18" charset="0"/>
              <a:cs typeface="Times New Roman" panose="02020603050405020304" pitchFamily="18" charset="0"/>
            </a:rPr>
            <a:t>IMD DSP</a:t>
          </a:r>
        </a:p>
      </dgm:t>
    </dgm:pt>
    <dgm:pt modelId="{613D832A-F1F7-490A-8FEA-6CDE8AA9C672}" type="parTrans" cxnId="{2FE4835B-D90C-421B-A9C6-869D48B41232}">
      <dgm:prSet/>
      <dgm:spPr/>
      <dgm:t>
        <a:bodyPr/>
        <a:lstStyle/>
        <a:p>
          <a:endParaRPr lang="en-IN"/>
        </a:p>
      </dgm:t>
    </dgm:pt>
    <dgm:pt modelId="{01A71534-4A7E-4C46-B80A-080AD1C1AFE1}" type="sibTrans" cxnId="{2FE4835B-D90C-421B-A9C6-869D48B41232}">
      <dgm:prSet/>
      <dgm:spPr/>
      <dgm:t>
        <a:bodyPr/>
        <a:lstStyle/>
        <a:p>
          <a:endParaRPr lang="en-IN"/>
        </a:p>
      </dgm:t>
    </dgm:pt>
    <dgm:pt modelId="{C0BC54C0-DBF1-4D0E-A4B0-685A001EB963}">
      <dgm:prSet phldrT="[Text]"/>
      <dgm:spPr>
        <a:solidFill>
          <a:schemeClr val="accent3">
            <a:lumMod val="20000"/>
            <a:lumOff val="80000"/>
            <a:alpha val="90000"/>
          </a:schemeClr>
        </a:solidFill>
      </dgm:spPr>
      <dgm:t>
        <a:bodyPr/>
        <a:lstStyle/>
        <a:p>
          <a:pPr>
            <a:lnSpc>
              <a:spcPct val="150000"/>
            </a:lnSpc>
          </a:pPr>
          <a:r>
            <a:rPr lang="en-IN" dirty="0">
              <a:solidFill>
                <a:srgbClr val="000000"/>
              </a:solidFill>
              <a:latin typeface="Times New Roman" panose="02020603050405020304" pitchFamily="18" charset="0"/>
              <a:cs typeface="Times New Roman" panose="02020603050405020304" pitchFamily="18" charset="0"/>
            </a:rPr>
            <a:t>NASA POWER</a:t>
          </a:r>
        </a:p>
      </dgm:t>
    </dgm:pt>
    <dgm:pt modelId="{2C5021C2-F65C-4E2D-8F81-92B3690B8133}" type="parTrans" cxnId="{5F3BA2CA-FFAB-4385-94BC-86BCEFA67819}">
      <dgm:prSet/>
      <dgm:spPr/>
      <dgm:t>
        <a:bodyPr/>
        <a:lstStyle/>
        <a:p>
          <a:endParaRPr lang="en-IN"/>
        </a:p>
      </dgm:t>
    </dgm:pt>
    <dgm:pt modelId="{4B8A3821-DCF4-4CEC-8BE9-C641A56615CE}" type="sibTrans" cxnId="{5F3BA2CA-FFAB-4385-94BC-86BCEFA67819}">
      <dgm:prSet/>
      <dgm:spPr/>
      <dgm:t>
        <a:bodyPr/>
        <a:lstStyle/>
        <a:p>
          <a:endParaRPr lang="en-IN"/>
        </a:p>
      </dgm:t>
    </dgm:pt>
    <dgm:pt modelId="{ECF37FDE-8BA8-43FF-A774-98BAB01CE0D9}">
      <dgm:prSet phldrT="[Text]"/>
      <dgm:spPr/>
      <dgm:t>
        <a:bodyPr/>
        <a:lstStyle/>
        <a:p>
          <a:endParaRPr lang="en-IN" dirty="0">
            <a:solidFill>
              <a:srgbClr val="000000"/>
            </a:solidFill>
            <a:latin typeface="Times New Roman" panose="02020603050405020304" pitchFamily="18" charset="0"/>
            <a:cs typeface="Times New Roman" panose="02020603050405020304" pitchFamily="18" charset="0"/>
          </a:endParaRPr>
        </a:p>
      </dgm:t>
    </dgm:pt>
    <dgm:pt modelId="{B525C45A-8B9C-41E7-A410-C6067365BAA9}" type="parTrans" cxnId="{D860B00B-4A3F-4277-A20D-04A5AA862164}">
      <dgm:prSet/>
      <dgm:spPr/>
      <dgm:t>
        <a:bodyPr/>
        <a:lstStyle/>
        <a:p>
          <a:endParaRPr lang="en-IN"/>
        </a:p>
      </dgm:t>
    </dgm:pt>
    <dgm:pt modelId="{D0580094-35FC-4A04-8CD7-EE3A49A2FAB0}" type="sibTrans" cxnId="{D860B00B-4A3F-4277-A20D-04A5AA862164}">
      <dgm:prSet/>
      <dgm:spPr/>
      <dgm:t>
        <a:bodyPr/>
        <a:lstStyle/>
        <a:p>
          <a:endParaRPr lang="en-IN"/>
        </a:p>
      </dgm:t>
    </dgm:pt>
    <dgm:pt modelId="{AFFA782F-8475-472D-95AC-0F3D9D62E615}">
      <dgm:prSet phldrT="[Text]"/>
      <dgm:spPr>
        <a:solidFill>
          <a:schemeClr val="accent3">
            <a:lumMod val="20000"/>
            <a:lumOff val="80000"/>
            <a:alpha val="90000"/>
          </a:schemeClr>
        </a:solidFill>
      </dgm:spPr>
      <dgm:t>
        <a:bodyPr/>
        <a:lstStyle/>
        <a:p>
          <a:pPr>
            <a:lnSpc>
              <a:spcPct val="150000"/>
            </a:lnSpc>
          </a:pPr>
          <a:r>
            <a:rPr lang="en-IN" dirty="0">
              <a:solidFill>
                <a:srgbClr val="000000"/>
              </a:solidFill>
              <a:latin typeface="Times New Roman" panose="02020603050405020304" pitchFamily="18" charset="0"/>
              <a:cs typeface="Times New Roman" panose="02020603050405020304" pitchFamily="18" charset="0"/>
            </a:rPr>
            <a:t>CPCB, MPCB continuous air monitoring stations (CAMS)</a:t>
          </a:r>
          <a:r>
            <a:rPr lang="en-IN" dirty="0"/>
            <a:t> </a:t>
          </a:r>
          <a:endParaRPr lang="en-IN" dirty="0">
            <a:solidFill>
              <a:srgbClr val="000000"/>
            </a:solidFill>
            <a:latin typeface="Times New Roman" panose="02020603050405020304" pitchFamily="18" charset="0"/>
            <a:cs typeface="Times New Roman" panose="02020603050405020304" pitchFamily="18" charset="0"/>
          </a:endParaRPr>
        </a:p>
      </dgm:t>
    </dgm:pt>
    <dgm:pt modelId="{38E5B41A-B6FF-4A00-BE22-60094DE02EE0}" type="sibTrans" cxnId="{A835147E-237C-4A23-843D-7DCA9368FCEF}">
      <dgm:prSet/>
      <dgm:spPr/>
      <dgm:t>
        <a:bodyPr/>
        <a:lstStyle/>
        <a:p>
          <a:endParaRPr lang="en-IN"/>
        </a:p>
      </dgm:t>
    </dgm:pt>
    <dgm:pt modelId="{FD6B07AA-AF13-4955-940E-2393EF049477}" type="parTrans" cxnId="{A835147E-237C-4A23-843D-7DCA9368FCEF}">
      <dgm:prSet/>
      <dgm:spPr/>
      <dgm:t>
        <a:bodyPr/>
        <a:lstStyle/>
        <a:p>
          <a:endParaRPr lang="en-IN"/>
        </a:p>
      </dgm:t>
    </dgm:pt>
    <dgm:pt modelId="{5CD09200-30F4-4A11-B568-C56F920A0022}">
      <dgm:prSet phldrT="[Text]"/>
      <dgm:spPr>
        <a:solidFill>
          <a:schemeClr val="accent3">
            <a:lumMod val="20000"/>
            <a:lumOff val="80000"/>
            <a:alpha val="90000"/>
          </a:schemeClr>
        </a:solidFill>
      </dgm:spPr>
      <dgm:t>
        <a:bodyPr/>
        <a:lstStyle/>
        <a:p>
          <a:pPr>
            <a:lnSpc>
              <a:spcPct val="150000"/>
            </a:lnSpc>
          </a:pPr>
          <a:r>
            <a:rPr lang="en-IN" dirty="0">
              <a:solidFill>
                <a:srgbClr val="000000"/>
              </a:solidFill>
              <a:latin typeface="Times New Roman" panose="02020603050405020304" pitchFamily="18" charset="0"/>
              <a:cs typeface="Times New Roman" panose="02020603050405020304" pitchFamily="18" charset="0"/>
            </a:rPr>
            <a:t>SAFAR Pune</a:t>
          </a:r>
        </a:p>
      </dgm:t>
    </dgm:pt>
    <dgm:pt modelId="{94D921AA-1959-40F7-9166-76718D878281}" type="sibTrans" cxnId="{47D06722-63FE-4B65-9124-1E7ADD3EEC62}">
      <dgm:prSet/>
      <dgm:spPr/>
      <dgm:t>
        <a:bodyPr/>
        <a:lstStyle/>
        <a:p>
          <a:endParaRPr lang="en-IN"/>
        </a:p>
      </dgm:t>
    </dgm:pt>
    <dgm:pt modelId="{8D68256D-0B6A-4CD8-BB55-8F7399678590}" type="parTrans" cxnId="{47D06722-63FE-4B65-9124-1E7ADD3EEC62}">
      <dgm:prSet/>
      <dgm:spPr/>
      <dgm:t>
        <a:bodyPr/>
        <a:lstStyle/>
        <a:p>
          <a:endParaRPr lang="en-IN"/>
        </a:p>
      </dgm:t>
    </dgm:pt>
    <dgm:pt modelId="{85888A0B-6294-46A0-96E3-EBD17FC6F407}">
      <dgm:prSet phldrT="[Text]"/>
      <dgm:spPr>
        <a:solidFill>
          <a:schemeClr val="accent3">
            <a:lumMod val="20000"/>
            <a:lumOff val="80000"/>
            <a:alpha val="90000"/>
          </a:schemeClr>
        </a:solidFill>
      </dgm:spPr>
      <dgm:t>
        <a:bodyPr/>
        <a:lstStyle/>
        <a:p>
          <a:pPr>
            <a:lnSpc>
              <a:spcPct val="150000"/>
            </a:lnSpc>
          </a:pPr>
          <a:r>
            <a:rPr lang="en-US" dirty="0">
              <a:solidFill>
                <a:srgbClr val="000000"/>
              </a:solidFill>
              <a:latin typeface="Times New Roman" panose="02020603050405020304" pitchFamily="18" charset="0"/>
              <a:cs typeface="Times New Roman" panose="02020603050405020304" pitchFamily="18" charset="0"/>
            </a:rPr>
            <a:t>Daily or monthly pollutant data (PM2.5, PM10, NO₂, SO₂, CO, O₃) for 3–5 years from </a:t>
          </a:r>
          <a:endParaRPr lang="en-IN" dirty="0">
            <a:solidFill>
              <a:srgbClr val="000000"/>
            </a:solidFill>
            <a:latin typeface="Times New Roman" panose="02020603050405020304" pitchFamily="18" charset="0"/>
            <a:cs typeface="Times New Roman" panose="02020603050405020304" pitchFamily="18" charset="0"/>
          </a:endParaRPr>
        </a:p>
      </dgm:t>
    </dgm:pt>
    <dgm:pt modelId="{D3B32955-A5C6-4E70-AEAC-DDD3CB48C1F3}" type="parTrans" cxnId="{7587E114-4642-42B0-A842-BC7C713F1D79}">
      <dgm:prSet/>
      <dgm:spPr/>
      <dgm:t>
        <a:bodyPr/>
        <a:lstStyle/>
        <a:p>
          <a:endParaRPr lang="en-IN"/>
        </a:p>
      </dgm:t>
    </dgm:pt>
    <dgm:pt modelId="{C789D3E7-F98C-4907-9240-37F6A91AE965}" type="sibTrans" cxnId="{7587E114-4642-42B0-A842-BC7C713F1D79}">
      <dgm:prSet/>
      <dgm:spPr/>
      <dgm:t>
        <a:bodyPr/>
        <a:lstStyle/>
        <a:p>
          <a:endParaRPr lang="en-IN"/>
        </a:p>
      </dgm:t>
    </dgm:pt>
    <dgm:pt modelId="{9CC711DF-AF8A-43DC-B379-3B2D8BD78825}" type="pres">
      <dgm:prSet presAssocID="{A6B01479-4513-4FC8-A07A-B2756E912564}" presName="Name0" presStyleCnt="0">
        <dgm:presLayoutVars>
          <dgm:dir/>
          <dgm:animLvl val="lvl"/>
          <dgm:resizeHandles val="exact"/>
        </dgm:presLayoutVars>
      </dgm:prSet>
      <dgm:spPr/>
    </dgm:pt>
    <dgm:pt modelId="{C46480CE-CEBF-40C7-B1A6-4284A19F9742}" type="pres">
      <dgm:prSet presAssocID="{C1F2DB60-7166-4692-B7BA-55878BE269A1}" presName="composite" presStyleCnt="0"/>
      <dgm:spPr/>
    </dgm:pt>
    <dgm:pt modelId="{10D5F52B-A9FB-4695-97CF-4404C6F2B11E}" type="pres">
      <dgm:prSet presAssocID="{C1F2DB60-7166-4692-B7BA-55878BE269A1}" presName="parTx" presStyleLbl="alignNode1" presStyleIdx="0" presStyleCnt="3">
        <dgm:presLayoutVars>
          <dgm:chMax val="0"/>
          <dgm:chPref val="0"/>
          <dgm:bulletEnabled val="1"/>
        </dgm:presLayoutVars>
      </dgm:prSet>
      <dgm:spPr/>
    </dgm:pt>
    <dgm:pt modelId="{9A72B4EA-264E-4E2B-9B58-9F97ECE749B2}" type="pres">
      <dgm:prSet presAssocID="{C1F2DB60-7166-4692-B7BA-55878BE269A1}" presName="desTx" presStyleLbl="alignAccFollowNode1" presStyleIdx="0" presStyleCnt="3">
        <dgm:presLayoutVars>
          <dgm:bulletEnabled val="1"/>
        </dgm:presLayoutVars>
      </dgm:prSet>
      <dgm:spPr/>
    </dgm:pt>
    <dgm:pt modelId="{CD9F1C56-4313-478A-B086-C979070168AB}" type="pres">
      <dgm:prSet presAssocID="{93013C85-D03F-4B86-B37E-440E52155DEF}" presName="space" presStyleCnt="0"/>
      <dgm:spPr/>
    </dgm:pt>
    <dgm:pt modelId="{84BC6B36-3D88-43FD-A691-2DDE5FA68312}" type="pres">
      <dgm:prSet presAssocID="{C8139E8C-D0B5-48E6-AA03-1C7A99C71571}" presName="composite" presStyleCnt="0"/>
      <dgm:spPr/>
    </dgm:pt>
    <dgm:pt modelId="{C404B19A-D5E9-4473-9AC6-DA3DC2004FC2}" type="pres">
      <dgm:prSet presAssocID="{C8139E8C-D0B5-48E6-AA03-1C7A99C71571}" presName="parTx" presStyleLbl="alignNode1" presStyleIdx="1" presStyleCnt="3">
        <dgm:presLayoutVars>
          <dgm:chMax val="0"/>
          <dgm:chPref val="0"/>
          <dgm:bulletEnabled val="1"/>
        </dgm:presLayoutVars>
      </dgm:prSet>
      <dgm:spPr/>
    </dgm:pt>
    <dgm:pt modelId="{BD555FD6-6E87-4D34-BFFB-3122ED9A9B74}" type="pres">
      <dgm:prSet presAssocID="{C8139E8C-D0B5-48E6-AA03-1C7A99C71571}" presName="desTx" presStyleLbl="alignAccFollowNode1" presStyleIdx="1" presStyleCnt="3" custScaleX="99994" custScaleY="96483" custLinFactNeighborX="-349" custLinFactNeighborY="-2142">
        <dgm:presLayoutVars>
          <dgm:bulletEnabled val="1"/>
        </dgm:presLayoutVars>
      </dgm:prSet>
      <dgm:spPr/>
    </dgm:pt>
    <dgm:pt modelId="{5F0F067F-7D5C-4EC6-9D53-709C108A2055}" type="pres">
      <dgm:prSet presAssocID="{9E974CC1-B9E2-4602-9CA9-50CB83A83C26}" presName="space" presStyleCnt="0"/>
      <dgm:spPr/>
    </dgm:pt>
    <dgm:pt modelId="{A0A36FF2-3016-4B97-8F1A-EA792446952D}" type="pres">
      <dgm:prSet presAssocID="{D21C1901-6944-4676-9379-50B9AE7EB03F}" presName="composite" presStyleCnt="0"/>
      <dgm:spPr/>
    </dgm:pt>
    <dgm:pt modelId="{A3FC34A7-F8B7-4294-9100-22194C57C29A}" type="pres">
      <dgm:prSet presAssocID="{D21C1901-6944-4676-9379-50B9AE7EB03F}" presName="parTx" presStyleLbl="alignNode1" presStyleIdx="2" presStyleCnt="3" custLinFactNeighborX="3205">
        <dgm:presLayoutVars>
          <dgm:chMax val="0"/>
          <dgm:chPref val="0"/>
          <dgm:bulletEnabled val="1"/>
        </dgm:presLayoutVars>
      </dgm:prSet>
      <dgm:spPr/>
    </dgm:pt>
    <dgm:pt modelId="{E6E21CF2-741D-4F0C-A02D-B87677B81623}" type="pres">
      <dgm:prSet presAssocID="{D21C1901-6944-4676-9379-50B9AE7EB03F}" presName="desTx" presStyleLbl="alignAccFollowNode1" presStyleIdx="2" presStyleCnt="3" custLinFactNeighborX="-321" custLinFactNeighborY="787">
        <dgm:presLayoutVars>
          <dgm:bulletEnabled val="1"/>
        </dgm:presLayoutVars>
      </dgm:prSet>
      <dgm:spPr/>
    </dgm:pt>
  </dgm:ptLst>
  <dgm:cxnLst>
    <dgm:cxn modelId="{D860B00B-4A3F-4277-A20D-04A5AA862164}" srcId="{C8139E8C-D0B5-48E6-AA03-1C7A99C71571}" destId="{ECF37FDE-8BA8-43FF-A774-98BAB01CE0D9}" srcOrd="2" destOrd="0" parTransId="{B525C45A-8B9C-41E7-A410-C6067365BAA9}" sibTransId="{D0580094-35FC-4A04-8CD7-EE3A49A2FAB0}"/>
    <dgm:cxn modelId="{C9D3D711-EAD0-4631-B8E5-648627AEA305}" srcId="{C8139E8C-D0B5-48E6-AA03-1C7A99C71571}" destId="{73CBC23F-129A-4BC5-AAF7-D2D795D201B0}" srcOrd="1" destOrd="0" parTransId="{69BCFEDD-FBE3-40A9-A423-473B7EB68237}" sibTransId="{A08FDF49-F201-4F79-9219-5168A33CE4D7}"/>
    <dgm:cxn modelId="{7587E114-4642-42B0-A842-BC7C713F1D79}" srcId="{C1F2DB60-7166-4692-B7BA-55878BE269A1}" destId="{85888A0B-6294-46A0-96E3-EBD17FC6F407}" srcOrd="0" destOrd="0" parTransId="{D3B32955-A5C6-4E70-AEAC-DDD3CB48C1F3}" sibTransId="{C789D3E7-F98C-4907-9240-37F6A91AE965}"/>
    <dgm:cxn modelId="{E09C5D1C-8BC4-44CF-96D7-EB778EDE4925}" type="presOf" srcId="{C1F2DB60-7166-4692-B7BA-55878BE269A1}" destId="{10D5F52B-A9FB-4695-97CF-4404C6F2B11E}" srcOrd="0" destOrd="0" presId="urn:microsoft.com/office/officeart/2005/8/layout/hList1"/>
    <dgm:cxn modelId="{A3C0641D-AF35-4B61-9B75-26892EFF7A9F}" srcId="{A6B01479-4513-4FC8-A07A-B2756E912564}" destId="{D21C1901-6944-4676-9379-50B9AE7EB03F}" srcOrd="2" destOrd="0" parTransId="{AD2E21FB-84E7-4D1D-817B-89EA0E149022}" sibTransId="{1B57E023-8E3B-4B32-B6B3-97B84940143C}"/>
    <dgm:cxn modelId="{47D06722-63FE-4B65-9124-1E7ADD3EEC62}" srcId="{C1F2DB60-7166-4692-B7BA-55878BE269A1}" destId="{5CD09200-30F4-4A11-B568-C56F920A0022}" srcOrd="2" destOrd="0" parTransId="{8D68256D-0B6A-4CD8-BB55-8F7399678590}" sibTransId="{94D921AA-1959-40F7-9166-76718D878281}"/>
    <dgm:cxn modelId="{DE11C127-B5C6-453B-B7E6-154296182477}" srcId="{A6B01479-4513-4FC8-A07A-B2756E912564}" destId="{C8139E8C-D0B5-48E6-AA03-1C7A99C71571}" srcOrd="1" destOrd="0" parTransId="{F0323B0C-D6C6-4612-94DB-35BD71765CE7}" sibTransId="{9E974CC1-B9E2-4602-9CA9-50CB83A83C26}"/>
    <dgm:cxn modelId="{5E86C038-EC8F-4F16-ABAC-9CCDEBE37AB5}" srcId="{A6B01479-4513-4FC8-A07A-B2756E912564}" destId="{C1F2DB60-7166-4692-B7BA-55878BE269A1}" srcOrd="0" destOrd="0" parTransId="{BFCC503F-5EA3-418D-BA13-8B7D2B52AF36}" sibTransId="{93013C85-D03F-4B86-B37E-440E52155DEF}"/>
    <dgm:cxn modelId="{8A1D323A-7B7E-445F-BAE6-81C1EB33FA7B}" type="presOf" srcId="{85888A0B-6294-46A0-96E3-EBD17FC6F407}" destId="{9A72B4EA-264E-4E2B-9B58-9F97ECE749B2}" srcOrd="0" destOrd="0" presId="urn:microsoft.com/office/officeart/2005/8/layout/hList1"/>
    <dgm:cxn modelId="{88A39B3F-A406-47C7-8987-8D9058A6E208}" type="presOf" srcId="{D21C1901-6944-4676-9379-50B9AE7EB03F}" destId="{A3FC34A7-F8B7-4294-9100-22194C57C29A}" srcOrd="0" destOrd="0" presId="urn:microsoft.com/office/officeart/2005/8/layout/hList1"/>
    <dgm:cxn modelId="{2FE4835B-D90C-421B-A9C6-869D48B41232}" srcId="{D21C1901-6944-4676-9379-50B9AE7EB03F}" destId="{ABB1452B-6183-4352-B890-EA70844AE848}" srcOrd="0" destOrd="0" parTransId="{613D832A-F1F7-490A-8FEA-6CDE8AA9C672}" sibTransId="{01A71534-4A7E-4C46-B80A-080AD1C1AFE1}"/>
    <dgm:cxn modelId="{9B8E195C-571E-4BBB-8549-D0EF9897D6FB}" type="presOf" srcId="{AFFA782F-8475-472D-95AC-0F3D9D62E615}" destId="{9A72B4EA-264E-4E2B-9B58-9F97ECE749B2}" srcOrd="0" destOrd="1" presId="urn:microsoft.com/office/officeart/2005/8/layout/hList1"/>
    <dgm:cxn modelId="{9DE07944-D40B-49FB-B3DF-B32C5199FB8A}" srcId="{C8139E8C-D0B5-48E6-AA03-1C7A99C71571}" destId="{2D0428C1-BB69-440F-B07D-3EA944BA84C9}" srcOrd="0" destOrd="0" parTransId="{3866C37B-AC49-466D-B206-816B651DE7F4}" sibTransId="{612BDC1E-DF08-4B4F-9A8C-6C5448B8C24D}"/>
    <dgm:cxn modelId="{2C00AB57-0112-4D83-BCB8-6FCC7BE4B9D5}" type="presOf" srcId="{2D0428C1-BB69-440F-B07D-3EA944BA84C9}" destId="{BD555FD6-6E87-4D34-BFFB-3122ED9A9B74}" srcOrd="0" destOrd="0" presId="urn:microsoft.com/office/officeart/2005/8/layout/hList1"/>
    <dgm:cxn modelId="{A835147E-237C-4A23-843D-7DCA9368FCEF}" srcId="{C1F2DB60-7166-4692-B7BA-55878BE269A1}" destId="{AFFA782F-8475-472D-95AC-0F3D9D62E615}" srcOrd="1" destOrd="0" parTransId="{FD6B07AA-AF13-4955-940E-2393EF049477}" sibTransId="{38E5B41A-B6FF-4A00-BE22-60094DE02EE0}"/>
    <dgm:cxn modelId="{692D368D-2030-4B30-A016-F995467FE39E}" type="presOf" srcId="{ABB1452B-6183-4352-B890-EA70844AE848}" destId="{E6E21CF2-741D-4F0C-A02D-B87677B81623}" srcOrd="0" destOrd="0" presId="urn:microsoft.com/office/officeart/2005/8/layout/hList1"/>
    <dgm:cxn modelId="{73ADB79C-4D10-4668-9799-EA6EF99CB889}" type="presOf" srcId="{A6B01479-4513-4FC8-A07A-B2756E912564}" destId="{9CC711DF-AF8A-43DC-B379-3B2D8BD78825}" srcOrd="0" destOrd="0" presId="urn:microsoft.com/office/officeart/2005/8/layout/hList1"/>
    <dgm:cxn modelId="{BC2CDD9D-6CB6-454E-A53D-8059633719AF}" type="presOf" srcId="{C0BC54C0-DBF1-4D0E-A4B0-685A001EB963}" destId="{E6E21CF2-741D-4F0C-A02D-B87677B81623}" srcOrd="0" destOrd="1" presId="urn:microsoft.com/office/officeart/2005/8/layout/hList1"/>
    <dgm:cxn modelId="{49461EBB-CC47-4171-913D-3E29BC7965EC}" type="presOf" srcId="{ECF37FDE-8BA8-43FF-A774-98BAB01CE0D9}" destId="{BD555FD6-6E87-4D34-BFFB-3122ED9A9B74}" srcOrd="0" destOrd="2" presId="urn:microsoft.com/office/officeart/2005/8/layout/hList1"/>
    <dgm:cxn modelId="{C4B328C0-A4B8-42B7-B967-87F1416E1E57}" type="presOf" srcId="{C8139E8C-D0B5-48E6-AA03-1C7A99C71571}" destId="{C404B19A-D5E9-4473-9AC6-DA3DC2004FC2}" srcOrd="0" destOrd="0" presId="urn:microsoft.com/office/officeart/2005/8/layout/hList1"/>
    <dgm:cxn modelId="{5F3BA2CA-FFAB-4385-94BC-86BCEFA67819}" srcId="{D21C1901-6944-4676-9379-50B9AE7EB03F}" destId="{C0BC54C0-DBF1-4D0E-A4B0-685A001EB963}" srcOrd="1" destOrd="0" parTransId="{2C5021C2-F65C-4E2D-8F81-92B3690B8133}" sibTransId="{4B8A3821-DCF4-4CEC-8BE9-C641A56615CE}"/>
    <dgm:cxn modelId="{03AA17E2-B1C3-4648-92A5-A3CD4E32E17A}" type="presOf" srcId="{5CD09200-30F4-4A11-B568-C56F920A0022}" destId="{9A72B4EA-264E-4E2B-9B58-9F97ECE749B2}" srcOrd="0" destOrd="2" presId="urn:microsoft.com/office/officeart/2005/8/layout/hList1"/>
    <dgm:cxn modelId="{4D39F7E5-7514-4993-9782-34DF9AC0C068}" type="presOf" srcId="{73CBC23F-129A-4BC5-AAF7-D2D795D201B0}" destId="{BD555FD6-6E87-4D34-BFFB-3122ED9A9B74}" srcOrd="0" destOrd="1" presId="urn:microsoft.com/office/officeart/2005/8/layout/hList1"/>
    <dgm:cxn modelId="{3667824F-E09A-41ED-B494-21A57094B3AC}" type="presParOf" srcId="{9CC711DF-AF8A-43DC-B379-3B2D8BD78825}" destId="{C46480CE-CEBF-40C7-B1A6-4284A19F9742}" srcOrd="0" destOrd="0" presId="urn:microsoft.com/office/officeart/2005/8/layout/hList1"/>
    <dgm:cxn modelId="{9E506F53-032E-4897-826B-6E4C39760913}" type="presParOf" srcId="{C46480CE-CEBF-40C7-B1A6-4284A19F9742}" destId="{10D5F52B-A9FB-4695-97CF-4404C6F2B11E}" srcOrd="0" destOrd="0" presId="urn:microsoft.com/office/officeart/2005/8/layout/hList1"/>
    <dgm:cxn modelId="{C050885F-96E4-445B-813D-F418BBF263C5}" type="presParOf" srcId="{C46480CE-CEBF-40C7-B1A6-4284A19F9742}" destId="{9A72B4EA-264E-4E2B-9B58-9F97ECE749B2}" srcOrd="1" destOrd="0" presId="urn:microsoft.com/office/officeart/2005/8/layout/hList1"/>
    <dgm:cxn modelId="{BF671866-3FB8-4677-9F2B-C1AA14CE67E2}" type="presParOf" srcId="{9CC711DF-AF8A-43DC-B379-3B2D8BD78825}" destId="{CD9F1C56-4313-478A-B086-C979070168AB}" srcOrd="1" destOrd="0" presId="urn:microsoft.com/office/officeart/2005/8/layout/hList1"/>
    <dgm:cxn modelId="{08B6753A-82EF-4E3A-B94D-FBB5E6708043}" type="presParOf" srcId="{9CC711DF-AF8A-43DC-B379-3B2D8BD78825}" destId="{84BC6B36-3D88-43FD-A691-2DDE5FA68312}" srcOrd="2" destOrd="0" presId="urn:microsoft.com/office/officeart/2005/8/layout/hList1"/>
    <dgm:cxn modelId="{57D81E6B-9F13-411B-A231-1097C18D5385}" type="presParOf" srcId="{84BC6B36-3D88-43FD-A691-2DDE5FA68312}" destId="{C404B19A-D5E9-4473-9AC6-DA3DC2004FC2}" srcOrd="0" destOrd="0" presId="urn:microsoft.com/office/officeart/2005/8/layout/hList1"/>
    <dgm:cxn modelId="{424E217F-E9C0-48C9-A4E4-AC9064BB795D}" type="presParOf" srcId="{84BC6B36-3D88-43FD-A691-2DDE5FA68312}" destId="{BD555FD6-6E87-4D34-BFFB-3122ED9A9B74}" srcOrd="1" destOrd="0" presId="urn:microsoft.com/office/officeart/2005/8/layout/hList1"/>
    <dgm:cxn modelId="{2A5A0DC5-7844-4D30-8255-7CD4B0E6A3BC}" type="presParOf" srcId="{9CC711DF-AF8A-43DC-B379-3B2D8BD78825}" destId="{5F0F067F-7D5C-4EC6-9D53-709C108A2055}" srcOrd="3" destOrd="0" presId="urn:microsoft.com/office/officeart/2005/8/layout/hList1"/>
    <dgm:cxn modelId="{4E5C6889-78B1-4E4B-8FD6-56BADD2D9DD6}" type="presParOf" srcId="{9CC711DF-AF8A-43DC-B379-3B2D8BD78825}" destId="{A0A36FF2-3016-4B97-8F1A-EA792446952D}" srcOrd="4" destOrd="0" presId="urn:microsoft.com/office/officeart/2005/8/layout/hList1"/>
    <dgm:cxn modelId="{AF9507E9-1230-4849-BE07-3EDA8DAC704B}" type="presParOf" srcId="{A0A36FF2-3016-4B97-8F1A-EA792446952D}" destId="{A3FC34A7-F8B7-4294-9100-22194C57C29A}" srcOrd="0" destOrd="0" presId="urn:microsoft.com/office/officeart/2005/8/layout/hList1"/>
    <dgm:cxn modelId="{57B2EAC1-E926-4D59-8605-478CF0807FE0}" type="presParOf" srcId="{A0A36FF2-3016-4B97-8F1A-EA792446952D}" destId="{E6E21CF2-741D-4F0C-A02D-B87677B8162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3A62CE-8FB2-4738-BBF3-6E14FDB127BA}" type="doc">
      <dgm:prSet loTypeId="urn:microsoft.com/office/officeart/2005/8/layout/StepDownProcess" loCatId="process" qsTypeId="urn:microsoft.com/office/officeart/2005/8/quickstyle/simple1" qsCatId="simple" csTypeId="urn:microsoft.com/office/officeart/2005/8/colors/colorful1" csCatId="colorful" phldr="1"/>
      <dgm:spPr/>
      <dgm:t>
        <a:bodyPr/>
        <a:lstStyle/>
        <a:p>
          <a:endParaRPr lang="en-IN"/>
        </a:p>
      </dgm:t>
    </dgm:pt>
    <dgm:pt modelId="{2A134813-9543-4201-9D83-5233459479BF}">
      <dgm:prSet phldrT="[Text]" custT="1"/>
      <dgm:spPr>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dgm:spPr>
      <dgm:t>
        <a:bodyPr/>
        <a:lstStyle/>
        <a:p>
          <a:r>
            <a:rPr lang="en-IN" sz="1600" b="1" dirty="0">
              <a:solidFill>
                <a:srgbClr val="000000"/>
              </a:solidFill>
              <a:latin typeface="Times New Roman" panose="02020603050405020304" pitchFamily="18" charset="0"/>
              <a:cs typeface="Times New Roman" panose="02020603050405020304" pitchFamily="18" charset="0"/>
            </a:rPr>
            <a:t>Air Quality Index Calculation</a:t>
          </a:r>
        </a:p>
      </dgm:t>
    </dgm:pt>
    <dgm:pt modelId="{9110CE86-654C-4736-AE5C-87A6BAC8517B}" type="parTrans" cxnId="{AF6ECBAD-9215-4F50-BF31-011B696EB61A}">
      <dgm:prSet/>
      <dgm:spPr/>
      <dgm:t>
        <a:bodyPr/>
        <a:lstStyle/>
        <a:p>
          <a:endParaRPr lang="en-IN"/>
        </a:p>
      </dgm:t>
    </dgm:pt>
    <dgm:pt modelId="{7E346CD3-2927-4861-8802-CA0E79C9A9F8}" type="sibTrans" cxnId="{AF6ECBAD-9215-4F50-BF31-011B696EB61A}">
      <dgm:prSet/>
      <dgm:spPr/>
      <dgm:t>
        <a:bodyPr/>
        <a:lstStyle/>
        <a:p>
          <a:endParaRPr lang="en-IN"/>
        </a:p>
      </dgm:t>
    </dgm:pt>
    <dgm:pt modelId="{03AB38A4-267D-4135-9744-B1B5A726939D}">
      <dgm:prSet phldrT="[Text]" custT="1"/>
      <dgm:spPr/>
      <dgm:t>
        <a:bodyPr/>
        <a:lstStyle/>
        <a:p>
          <a:r>
            <a:rPr lang="en-US" sz="1600" dirty="0">
              <a:solidFill>
                <a:srgbClr val="000000"/>
              </a:solidFill>
              <a:latin typeface="Times New Roman" panose="02020603050405020304" pitchFamily="18" charset="0"/>
              <a:cs typeface="Times New Roman" panose="02020603050405020304" pitchFamily="18" charset="0"/>
            </a:rPr>
            <a:t>Perform AQI calculation in Excel or Python for each monitoring station</a:t>
          </a:r>
          <a:endParaRPr lang="en-IN" sz="1600" dirty="0">
            <a:solidFill>
              <a:srgbClr val="000000"/>
            </a:solidFill>
            <a:latin typeface="Times New Roman" panose="02020603050405020304" pitchFamily="18" charset="0"/>
            <a:cs typeface="Times New Roman" panose="02020603050405020304" pitchFamily="18" charset="0"/>
          </a:endParaRPr>
        </a:p>
      </dgm:t>
    </dgm:pt>
    <dgm:pt modelId="{4AEFD22E-A780-4207-A14F-3CDC5D09177E}" type="parTrans" cxnId="{012A33CC-03F5-4615-B4FD-C146BE59B819}">
      <dgm:prSet/>
      <dgm:spPr/>
      <dgm:t>
        <a:bodyPr/>
        <a:lstStyle/>
        <a:p>
          <a:endParaRPr lang="en-IN"/>
        </a:p>
      </dgm:t>
    </dgm:pt>
    <dgm:pt modelId="{E68DC2A7-74F3-41F8-9D16-7611D4EF77E2}" type="sibTrans" cxnId="{012A33CC-03F5-4615-B4FD-C146BE59B819}">
      <dgm:prSet/>
      <dgm:spPr/>
      <dgm:t>
        <a:bodyPr/>
        <a:lstStyle/>
        <a:p>
          <a:endParaRPr lang="en-IN"/>
        </a:p>
      </dgm:t>
    </dgm:pt>
    <dgm:pt modelId="{87D90A7B-425A-4249-A3FE-F4469A2AFC48}">
      <dgm:prSet phldrT="[Text]" custT="1"/>
      <dgm:spPr>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dgm:spPr>
      <dgm:t>
        <a:bodyPr/>
        <a:lstStyle/>
        <a:p>
          <a:r>
            <a:rPr lang="en-IN" sz="1600" b="1" dirty="0">
              <a:solidFill>
                <a:srgbClr val="000000"/>
              </a:solidFill>
              <a:latin typeface="Times New Roman" panose="02020603050405020304" pitchFamily="18" charset="0"/>
              <a:cs typeface="Times New Roman" panose="02020603050405020304" pitchFamily="18" charset="0"/>
            </a:rPr>
            <a:t>LULC Mapping</a:t>
          </a:r>
        </a:p>
      </dgm:t>
    </dgm:pt>
    <dgm:pt modelId="{CA3B4103-FC64-46FA-87B5-1EA7F4BE87B1}" type="parTrans" cxnId="{8C54D444-0F42-43E8-BB12-23686E9CEA0C}">
      <dgm:prSet/>
      <dgm:spPr/>
      <dgm:t>
        <a:bodyPr/>
        <a:lstStyle/>
        <a:p>
          <a:endParaRPr lang="en-IN"/>
        </a:p>
      </dgm:t>
    </dgm:pt>
    <dgm:pt modelId="{71A587B8-0C1D-4E04-953C-E6493FD078A3}" type="sibTrans" cxnId="{8C54D444-0F42-43E8-BB12-23686E9CEA0C}">
      <dgm:prSet/>
      <dgm:spPr/>
      <dgm:t>
        <a:bodyPr/>
        <a:lstStyle/>
        <a:p>
          <a:endParaRPr lang="en-IN"/>
        </a:p>
      </dgm:t>
    </dgm:pt>
    <dgm:pt modelId="{05EE95F3-C888-4651-8995-1AC99B7F677D}">
      <dgm:prSet phldrT="[Text]" custT="1"/>
      <dgm:spPr/>
      <dgm:t>
        <a:bodyPr/>
        <a:lstStyle/>
        <a:p>
          <a:r>
            <a:rPr lang="en-US" sz="1600" dirty="0">
              <a:solidFill>
                <a:srgbClr val="000000"/>
              </a:solidFill>
              <a:latin typeface="Times New Roman" panose="02020603050405020304" pitchFamily="18" charset="0"/>
              <a:cs typeface="Times New Roman" panose="02020603050405020304" pitchFamily="18" charset="0"/>
            </a:rPr>
            <a:t>Perform supervised classification 
Validate classification using Google Earth</a:t>
          </a:r>
          <a:endParaRPr lang="en-IN" sz="1600" dirty="0">
            <a:solidFill>
              <a:srgbClr val="000000"/>
            </a:solidFill>
            <a:latin typeface="Times New Roman" panose="02020603050405020304" pitchFamily="18" charset="0"/>
            <a:cs typeface="Times New Roman" panose="02020603050405020304" pitchFamily="18" charset="0"/>
          </a:endParaRPr>
        </a:p>
      </dgm:t>
    </dgm:pt>
    <dgm:pt modelId="{2C88F8AB-AC46-4D8B-AEB9-B1B33B486FD0}" type="parTrans" cxnId="{0CFF274E-10B8-4033-9E6D-9DB93E0D2695}">
      <dgm:prSet/>
      <dgm:spPr/>
      <dgm:t>
        <a:bodyPr/>
        <a:lstStyle/>
        <a:p>
          <a:endParaRPr lang="en-IN"/>
        </a:p>
      </dgm:t>
    </dgm:pt>
    <dgm:pt modelId="{E7B240D5-81AA-4B8E-A092-A727CA2CD64C}" type="sibTrans" cxnId="{0CFF274E-10B8-4033-9E6D-9DB93E0D2695}">
      <dgm:prSet/>
      <dgm:spPr/>
      <dgm:t>
        <a:bodyPr/>
        <a:lstStyle/>
        <a:p>
          <a:endParaRPr lang="en-IN"/>
        </a:p>
      </dgm:t>
    </dgm:pt>
    <dgm:pt modelId="{C26CD66C-0DD8-4D0B-A4C4-0C439166EE64}">
      <dgm:prSet phldrT="[Text]" custT="1"/>
      <dgm:spPr>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dgm:spPr>
      <dgm:t>
        <a:bodyPr/>
        <a:lstStyle/>
        <a:p>
          <a:r>
            <a:rPr lang="en-IN" sz="1600" b="1" dirty="0">
              <a:solidFill>
                <a:srgbClr val="000000"/>
              </a:solidFill>
              <a:latin typeface="Times New Roman" panose="02020603050405020304" pitchFamily="18" charset="0"/>
              <a:cs typeface="Times New Roman" panose="02020603050405020304" pitchFamily="18" charset="0"/>
            </a:rPr>
            <a:t>Geospatial Analysis</a:t>
          </a:r>
        </a:p>
      </dgm:t>
    </dgm:pt>
    <dgm:pt modelId="{5665548B-E898-4E45-B175-F5643916B6CB}" type="parTrans" cxnId="{E392FACE-FB80-4584-B5BB-4D6FE5BDF67E}">
      <dgm:prSet/>
      <dgm:spPr/>
      <dgm:t>
        <a:bodyPr/>
        <a:lstStyle/>
        <a:p>
          <a:endParaRPr lang="en-IN"/>
        </a:p>
      </dgm:t>
    </dgm:pt>
    <dgm:pt modelId="{9A85547D-D9CE-48F8-B272-E474B7C1D43A}" type="sibTrans" cxnId="{E392FACE-FB80-4584-B5BB-4D6FE5BDF67E}">
      <dgm:prSet/>
      <dgm:spPr/>
      <dgm:t>
        <a:bodyPr/>
        <a:lstStyle/>
        <a:p>
          <a:endParaRPr lang="en-IN"/>
        </a:p>
      </dgm:t>
    </dgm:pt>
    <dgm:pt modelId="{6BF8AB4D-CAED-42C9-BA5E-58C1E5C0BFA7}">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Interpolate AQI data using IDW or </a:t>
          </a:r>
          <a:r>
            <a:rPr lang="en-IN" sz="1600" b="0" dirty="0" err="1">
              <a:solidFill>
                <a:srgbClr val="000000"/>
              </a:solidFill>
              <a:latin typeface="Times New Roman" panose="02020603050405020304" pitchFamily="18" charset="0"/>
              <a:cs typeface="Times New Roman" panose="02020603050405020304" pitchFamily="18" charset="0"/>
            </a:rPr>
            <a:t>Kriging</a:t>
          </a:r>
          <a:r>
            <a:rPr lang="en-IN" sz="1600" b="0" dirty="0">
              <a:solidFill>
                <a:srgbClr val="000000"/>
              </a:solidFill>
              <a:latin typeface="Times New Roman" panose="02020603050405020304" pitchFamily="18" charset="0"/>
              <a:cs typeface="Times New Roman" panose="02020603050405020304" pitchFamily="18" charset="0"/>
            </a:rPr>
            <a:t> method</a:t>
          </a:r>
        </a:p>
      </dgm:t>
    </dgm:pt>
    <dgm:pt modelId="{39DCE91E-A0C3-4C1C-91AE-6F85CBF68A9B}" type="parTrans" cxnId="{E557325C-941F-4338-A0C2-1CEC1032634B}">
      <dgm:prSet/>
      <dgm:spPr/>
      <dgm:t>
        <a:bodyPr/>
        <a:lstStyle/>
        <a:p>
          <a:endParaRPr lang="en-IN"/>
        </a:p>
      </dgm:t>
    </dgm:pt>
    <dgm:pt modelId="{885A636B-6675-4A44-A4FA-862EF3013BA2}" type="sibTrans" cxnId="{E557325C-941F-4338-A0C2-1CEC1032634B}">
      <dgm:prSet/>
      <dgm:spPr/>
      <dgm:t>
        <a:bodyPr/>
        <a:lstStyle/>
        <a:p>
          <a:endParaRPr lang="en-IN"/>
        </a:p>
      </dgm:t>
    </dgm:pt>
    <dgm:pt modelId="{E7F59F95-489F-43AE-B48A-DB74F0C76EA6}">
      <dgm:prSet phldrT="[Text]" custT="1"/>
      <dgm:spPr/>
      <dgm:t>
        <a:bodyPr/>
        <a:lstStyle/>
        <a:p>
          <a:r>
            <a:rPr lang="en-US" sz="1600" dirty="0">
              <a:solidFill>
                <a:srgbClr val="000000"/>
              </a:solidFill>
              <a:latin typeface="Times New Roman" panose="02020603050405020304" pitchFamily="18" charset="0"/>
              <a:cs typeface="Times New Roman" panose="02020603050405020304" pitchFamily="18" charset="0"/>
            </a:rPr>
            <a:t>Classify AQI values into categories (Good, Moderate, Poor.)</a:t>
          </a:r>
          <a:endParaRPr lang="en-IN" sz="1600" dirty="0">
            <a:solidFill>
              <a:srgbClr val="000000"/>
            </a:solidFill>
            <a:latin typeface="Times New Roman" panose="02020603050405020304" pitchFamily="18" charset="0"/>
            <a:cs typeface="Times New Roman" panose="02020603050405020304" pitchFamily="18" charset="0"/>
          </a:endParaRPr>
        </a:p>
      </dgm:t>
    </dgm:pt>
    <dgm:pt modelId="{75E13F26-0466-42CF-ABD7-3FE12BF04746}" type="parTrans" cxnId="{F8831C11-7D20-4C29-B474-B71825475AB9}">
      <dgm:prSet/>
      <dgm:spPr/>
      <dgm:t>
        <a:bodyPr/>
        <a:lstStyle/>
        <a:p>
          <a:endParaRPr lang="en-IN"/>
        </a:p>
      </dgm:t>
    </dgm:pt>
    <dgm:pt modelId="{516CD299-CFA3-4731-A378-E5265EFE5A2A}" type="sibTrans" cxnId="{F8831C11-7D20-4C29-B474-B71825475AB9}">
      <dgm:prSet/>
      <dgm:spPr/>
      <dgm:t>
        <a:bodyPr/>
        <a:lstStyle/>
        <a:p>
          <a:endParaRPr lang="en-IN"/>
        </a:p>
      </dgm:t>
    </dgm:pt>
    <dgm:pt modelId="{C9DA7CE2-1426-4574-86B8-7CF765B6B162}">
      <dgm:prSet phldrT="[Text]" custT="1"/>
      <dgm:spPr/>
      <dgm:t>
        <a:bodyPr/>
        <a:lstStyle/>
        <a:p>
          <a:r>
            <a:rPr lang="en-US" sz="1600" dirty="0">
              <a:solidFill>
                <a:srgbClr val="000000"/>
              </a:solidFill>
              <a:latin typeface="Times New Roman" panose="02020603050405020304" pitchFamily="18" charset="0"/>
              <a:cs typeface="Times New Roman" panose="02020603050405020304" pitchFamily="18" charset="0"/>
            </a:rPr>
            <a:t>Compare LULC for different years to identify urban expansion.</a:t>
          </a:r>
          <a:endParaRPr lang="en-IN" sz="1600" dirty="0">
            <a:solidFill>
              <a:srgbClr val="000000"/>
            </a:solidFill>
            <a:latin typeface="Times New Roman" panose="02020603050405020304" pitchFamily="18" charset="0"/>
            <a:cs typeface="Times New Roman" panose="02020603050405020304" pitchFamily="18" charset="0"/>
          </a:endParaRPr>
        </a:p>
      </dgm:t>
    </dgm:pt>
    <dgm:pt modelId="{9895307E-4D95-41E6-9151-D48F5817C641}" type="parTrans" cxnId="{93540691-F34C-4C8A-81B6-4A9A14C2472A}">
      <dgm:prSet/>
      <dgm:spPr/>
      <dgm:t>
        <a:bodyPr/>
        <a:lstStyle/>
        <a:p>
          <a:endParaRPr lang="en-IN"/>
        </a:p>
      </dgm:t>
    </dgm:pt>
    <dgm:pt modelId="{62F5519A-F2D4-4D94-B7BE-1B1C38FBE7DD}" type="sibTrans" cxnId="{93540691-F34C-4C8A-81B6-4A9A14C2472A}">
      <dgm:prSet/>
      <dgm:spPr/>
      <dgm:t>
        <a:bodyPr/>
        <a:lstStyle/>
        <a:p>
          <a:endParaRPr lang="en-IN"/>
        </a:p>
      </dgm:t>
    </dgm:pt>
    <dgm:pt modelId="{8550B043-EA4B-4665-B218-65D0F5205AE8}">
      <dgm:prSet phldrT="[Text]" custT="1"/>
      <dgm:spPr/>
      <dgm:t>
        <a:bodyPr/>
        <a:lstStyle/>
        <a:p>
          <a:r>
            <a:rPr lang="en-US" sz="1600" b="0" dirty="0">
              <a:solidFill>
                <a:srgbClr val="000000"/>
              </a:solidFill>
              <a:latin typeface="Times New Roman" panose="02020603050405020304" pitchFamily="18" charset="0"/>
              <a:cs typeface="Times New Roman" panose="02020603050405020304" pitchFamily="18" charset="0"/>
            </a:rPr>
            <a:t>Overlay LULC maps and AQI maps</a:t>
          </a:r>
          <a:endParaRPr lang="en-IN" sz="1600" b="0" dirty="0">
            <a:solidFill>
              <a:srgbClr val="000000"/>
            </a:solidFill>
            <a:latin typeface="Times New Roman" panose="02020603050405020304" pitchFamily="18" charset="0"/>
            <a:cs typeface="Times New Roman" panose="02020603050405020304" pitchFamily="18" charset="0"/>
          </a:endParaRPr>
        </a:p>
      </dgm:t>
    </dgm:pt>
    <dgm:pt modelId="{195912DD-700C-4C51-9E31-AD1913FBF10F}" type="parTrans" cxnId="{3D2E33B7-7833-4CAB-8879-BCBF26C98D87}">
      <dgm:prSet/>
      <dgm:spPr/>
      <dgm:t>
        <a:bodyPr/>
        <a:lstStyle/>
        <a:p>
          <a:endParaRPr lang="en-IN"/>
        </a:p>
      </dgm:t>
    </dgm:pt>
    <dgm:pt modelId="{588039EE-F421-4B1C-86C7-DB606EF42326}" type="sibTrans" cxnId="{3D2E33B7-7833-4CAB-8879-BCBF26C98D87}">
      <dgm:prSet/>
      <dgm:spPr/>
      <dgm:t>
        <a:bodyPr/>
        <a:lstStyle/>
        <a:p>
          <a:endParaRPr lang="en-IN"/>
        </a:p>
      </dgm:t>
    </dgm:pt>
    <dgm:pt modelId="{FB0724FD-4872-47CD-A96D-7E0410014863}">
      <dgm:prSet phldrT="[Text]" custT="1"/>
      <dgm:spPr/>
      <dgm:t>
        <a:bodyPr/>
        <a:lstStyle/>
        <a:p>
          <a:r>
            <a:rPr lang="en-US" sz="1600" b="0" dirty="0">
              <a:solidFill>
                <a:srgbClr val="000000"/>
              </a:solidFill>
              <a:latin typeface="Times New Roman" panose="02020603050405020304" pitchFamily="18" charset="0"/>
              <a:cs typeface="Times New Roman" panose="02020603050405020304" pitchFamily="18" charset="0"/>
            </a:rPr>
            <a:t>Buffer analysis</a:t>
          </a:r>
          <a:endParaRPr lang="en-IN" sz="1600" b="0" dirty="0">
            <a:solidFill>
              <a:srgbClr val="000000"/>
            </a:solidFill>
            <a:latin typeface="Times New Roman" panose="02020603050405020304" pitchFamily="18" charset="0"/>
            <a:cs typeface="Times New Roman" panose="02020603050405020304" pitchFamily="18" charset="0"/>
          </a:endParaRPr>
        </a:p>
      </dgm:t>
    </dgm:pt>
    <dgm:pt modelId="{5F58449B-C886-4DDB-9807-472EC975ECF6}" type="parTrans" cxnId="{786BD1D6-C3F9-43CA-B367-6661763186AD}">
      <dgm:prSet/>
      <dgm:spPr/>
      <dgm:t>
        <a:bodyPr/>
        <a:lstStyle/>
        <a:p>
          <a:endParaRPr lang="en-IN"/>
        </a:p>
      </dgm:t>
    </dgm:pt>
    <dgm:pt modelId="{FD9D071F-CEEA-4EA6-9ED5-5BF8D07AD673}" type="sibTrans" cxnId="{786BD1D6-C3F9-43CA-B367-6661763186AD}">
      <dgm:prSet/>
      <dgm:spPr/>
      <dgm:t>
        <a:bodyPr/>
        <a:lstStyle/>
        <a:p>
          <a:endParaRPr lang="en-IN"/>
        </a:p>
      </dgm:t>
    </dgm:pt>
    <dgm:pt modelId="{A88B4B78-022E-4C70-8EC3-EF66889DB77D}">
      <dgm:prSet phldrT="[Text]" custT="1"/>
      <dgm:spPr>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dgm:spPr>
      <dgm:t>
        <a:bodyPr/>
        <a:lstStyle/>
        <a:p>
          <a:r>
            <a:rPr lang="en-IN" sz="1600" b="1" dirty="0">
              <a:solidFill>
                <a:srgbClr val="000000"/>
              </a:solidFill>
              <a:latin typeface="Times New Roman" panose="02020603050405020304" pitchFamily="18" charset="0"/>
              <a:cs typeface="Times New Roman" panose="02020603050405020304" pitchFamily="18" charset="0"/>
            </a:rPr>
            <a:t>Impact Assessment</a:t>
          </a:r>
        </a:p>
      </dgm:t>
    </dgm:pt>
    <dgm:pt modelId="{533CA753-3A4A-4E8A-A585-FCFF79B7A8AC}" type="parTrans" cxnId="{A9388557-D652-45A9-8520-2942C5F62C9C}">
      <dgm:prSet/>
      <dgm:spPr/>
      <dgm:t>
        <a:bodyPr/>
        <a:lstStyle/>
        <a:p>
          <a:endParaRPr lang="en-IN"/>
        </a:p>
      </dgm:t>
    </dgm:pt>
    <dgm:pt modelId="{3181A583-E0C2-42C3-9995-FE7DA8B54B07}" type="sibTrans" cxnId="{A9388557-D652-45A9-8520-2942C5F62C9C}">
      <dgm:prSet/>
      <dgm:spPr/>
      <dgm:t>
        <a:bodyPr/>
        <a:lstStyle/>
        <a:p>
          <a:endParaRPr lang="en-IN"/>
        </a:p>
      </dgm:t>
    </dgm:pt>
    <dgm:pt modelId="{093F6A73-01F6-4AC9-B7C2-FB2DA72D488A}">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zonal statistics</a:t>
          </a:r>
        </a:p>
      </dgm:t>
    </dgm:pt>
    <dgm:pt modelId="{D0AC5792-3507-4CBF-84E0-DB89D85C702E}" type="parTrans" cxnId="{E1B62A30-63FB-4879-8545-553239CEFEA8}">
      <dgm:prSet/>
      <dgm:spPr/>
      <dgm:t>
        <a:bodyPr/>
        <a:lstStyle/>
        <a:p>
          <a:endParaRPr lang="en-IN"/>
        </a:p>
      </dgm:t>
    </dgm:pt>
    <dgm:pt modelId="{818345AE-9F3F-4A22-9829-11FE80A1F91A}" type="sibTrans" cxnId="{E1B62A30-63FB-4879-8545-553239CEFEA8}">
      <dgm:prSet/>
      <dgm:spPr/>
      <dgm:t>
        <a:bodyPr/>
        <a:lstStyle/>
        <a:p>
          <a:endParaRPr lang="en-IN"/>
        </a:p>
      </dgm:t>
    </dgm:pt>
    <dgm:pt modelId="{69766C86-C385-454B-9E63-67B144FC9DCD}">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NDVI, NDBI, NDWI</a:t>
          </a:r>
        </a:p>
      </dgm:t>
    </dgm:pt>
    <dgm:pt modelId="{772C3143-9A42-4EF7-921F-F520B3A44748}" type="parTrans" cxnId="{3ABD88EA-C8A9-49B8-8C4D-B62C5DDA99A4}">
      <dgm:prSet/>
      <dgm:spPr/>
      <dgm:t>
        <a:bodyPr/>
        <a:lstStyle/>
        <a:p>
          <a:endParaRPr lang="en-IN"/>
        </a:p>
      </dgm:t>
    </dgm:pt>
    <dgm:pt modelId="{2B0DCC99-12B2-469D-A265-2483FA4574F7}" type="sibTrans" cxnId="{3ABD88EA-C8A9-49B8-8C4D-B62C5DDA99A4}">
      <dgm:prSet/>
      <dgm:spPr/>
      <dgm:t>
        <a:bodyPr/>
        <a:lstStyle/>
        <a:p>
          <a:endParaRPr lang="en-IN"/>
        </a:p>
      </dgm:t>
    </dgm:pt>
    <dgm:pt modelId="{F0E43536-B77E-4626-9A9F-5707AA73FB12}">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Analyse and assess the indices results</a:t>
          </a:r>
        </a:p>
      </dgm:t>
    </dgm:pt>
    <dgm:pt modelId="{F460736E-24E9-40E3-A7CC-D0EDA128C170}" type="parTrans" cxnId="{9617EF87-970B-4F84-A260-089886637742}">
      <dgm:prSet/>
      <dgm:spPr/>
      <dgm:t>
        <a:bodyPr/>
        <a:lstStyle/>
        <a:p>
          <a:endParaRPr lang="en-IN"/>
        </a:p>
      </dgm:t>
    </dgm:pt>
    <dgm:pt modelId="{2BA47015-6ED4-4EE8-B624-0DF85678EEE5}" type="sibTrans" cxnId="{9617EF87-970B-4F84-A260-089886637742}">
      <dgm:prSet/>
      <dgm:spPr/>
      <dgm:t>
        <a:bodyPr/>
        <a:lstStyle/>
        <a:p>
          <a:endParaRPr lang="en-IN"/>
        </a:p>
      </dgm:t>
    </dgm:pt>
    <dgm:pt modelId="{88FF8A40-2C03-41DD-909A-B8171A262B62}">
      <dgm:prSet phldrT="[Text]" custT="1"/>
      <dgm:spPr>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dgm:spPr>
      <dgm:t>
        <a:bodyPr/>
        <a:lstStyle/>
        <a:p>
          <a:r>
            <a:rPr lang="en-IN" sz="1600" b="1" dirty="0">
              <a:solidFill>
                <a:srgbClr val="000000"/>
              </a:solidFill>
              <a:latin typeface="Times New Roman" panose="02020603050405020304" pitchFamily="18" charset="0"/>
              <a:cs typeface="Times New Roman" panose="02020603050405020304" pitchFamily="18" charset="0"/>
            </a:rPr>
            <a:t>Visualization and Interpretation (Thematic maps</a:t>
          </a:r>
          <a:r>
            <a:rPr lang="en-IN" sz="1050" b="0" dirty="0">
              <a:solidFill>
                <a:srgbClr val="000000"/>
              </a:solidFill>
              <a:latin typeface="Times New Roman" panose="02020603050405020304" pitchFamily="18" charset="0"/>
              <a:cs typeface="Times New Roman" panose="02020603050405020304" pitchFamily="18" charset="0"/>
            </a:rPr>
            <a:t>)</a:t>
          </a:r>
        </a:p>
      </dgm:t>
    </dgm:pt>
    <dgm:pt modelId="{8FDC523C-5CEC-434B-97C3-D1A887A3C6E3}" type="parTrans" cxnId="{A77802C2-8F3E-4095-8676-AFFBFA55EF2C}">
      <dgm:prSet/>
      <dgm:spPr/>
      <dgm:t>
        <a:bodyPr/>
        <a:lstStyle/>
        <a:p>
          <a:endParaRPr lang="en-IN"/>
        </a:p>
      </dgm:t>
    </dgm:pt>
    <dgm:pt modelId="{11F407B2-6B5A-4095-8FAE-2F91432F6E09}" type="sibTrans" cxnId="{A77802C2-8F3E-4095-8676-AFFBFA55EF2C}">
      <dgm:prSet/>
      <dgm:spPr/>
      <dgm:t>
        <a:bodyPr/>
        <a:lstStyle/>
        <a:p>
          <a:endParaRPr lang="en-IN"/>
        </a:p>
      </dgm:t>
    </dgm:pt>
    <dgm:pt modelId="{DFCDFF93-B149-468F-B995-78B9547105A5}">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AQI distribution</a:t>
          </a:r>
        </a:p>
      </dgm:t>
    </dgm:pt>
    <dgm:pt modelId="{E4755D41-20D1-4583-ADD1-ED0775D216BD}" type="parTrans" cxnId="{AE5E043D-DF16-40F0-A0A3-DCD3831EEF85}">
      <dgm:prSet/>
      <dgm:spPr/>
      <dgm:t>
        <a:bodyPr/>
        <a:lstStyle/>
        <a:p>
          <a:endParaRPr lang="en-IN"/>
        </a:p>
      </dgm:t>
    </dgm:pt>
    <dgm:pt modelId="{BBB8C16A-ED53-43C6-A119-BA36713FBD44}" type="sibTrans" cxnId="{AE5E043D-DF16-40F0-A0A3-DCD3831EEF85}">
      <dgm:prSet/>
      <dgm:spPr/>
      <dgm:t>
        <a:bodyPr/>
        <a:lstStyle/>
        <a:p>
          <a:endParaRPr lang="en-IN"/>
        </a:p>
      </dgm:t>
    </dgm:pt>
    <dgm:pt modelId="{B81144BA-5418-49CA-AEF0-2F49922540E4}">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LULC change</a:t>
          </a:r>
        </a:p>
      </dgm:t>
    </dgm:pt>
    <dgm:pt modelId="{B788424F-AE96-4A23-B1F3-8C07E52CD04B}" type="parTrans" cxnId="{F47EE6CD-17EC-4F62-89A7-19709C24DB65}">
      <dgm:prSet/>
      <dgm:spPr/>
      <dgm:t>
        <a:bodyPr/>
        <a:lstStyle/>
        <a:p>
          <a:endParaRPr lang="en-IN"/>
        </a:p>
      </dgm:t>
    </dgm:pt>
    <dgm:pt modelId="{675D4F6E-261F-4B31-B982-A522A9672C50}" type="sibTrans" cxnId="{F47EE6CD-17EC-4F62-89A7-19709C24DB65}">
      <dgm:prSet/>
      <dgm:spPr/>
      <dgm:t>
        <a:bodyPr/>
        <a:lstStyle/>
        <a:p>
          <a:endParaRPr lang="en-IN"/>
        </a:p>
      </dgm:t>
    </dgm:pt>
    <dgm:pt modelId="{0A7581A5-B831-4C21-96CE-DB40D42DF25F}">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Pollution hotspots</a:t>
          </a:r>
        </a:p>
      </dgm:t>
    </dgm:pt>
    <dgm:pt modelId="{5BEBA0E2-56DC-4835-8177-8D73C427B2BC}" type="parTrans" cxnId="{4AE2AA2F-1148-4538-AF46-CBCECE456F62}">
      <dgm:prSet/>
      <dgm:spPr/>
      <dgm:t>
        <a:bodyPr/>
        <a:lstStyle/>
        <a:p>
          <a:endParaRPr lang="en-IN"/>
        </a:p>
      </dgm:t>
    </dgm:pt>
    <dgm:pt modelId="{B7735D30-DE2E-4A35-978C-06909773F5C6}" type="sibTrans" cxnId="{4AE2AA2F-1148-4538-AF46-CBCECE456F62}">
      <dgm:prSet/>
      <dgm:spPr/>
      <dgm:t>
        <a:bodyPr/>
        <a:lstStyle/>
        <a:p>
          <a:endParaRPr lang="en-IN"/>
        </a:p>
      </dgm:t>
    </dgm:pt>
    <dgm:pt modelId="{D20AC04C-0C4B-47DD-A6EE-D5961B6841FC}">
      <dgm:prSet phldrT="[Text]" custT="1"/>
      <dgm:spPr/>
      <dgm:t>
        <a:bodyPr/>
        <a:lstStyle/>
        <a:p>
          <a:r>
            <a:rPr lang="en-IN" sz="1600" b="0" dirty="0">
              <a:solidFill>
                <a:srgbClr val="000000"/>
              </a:solidFill>
              <a:latin typeface="Times New Roman" panose="02020603050405020304" pitchFamily="18" charset="0"/>
              <a:cs typeface="Times New Roman" panose="02020603050405020304" pitchFamily="18" charset="0"/>
            </a:rPr>
            <a:t>AQI </a:t>
          </a:r>
          <a:r>
            <a:rPr lang="en-IN" sz="1600" b="0" dirty="0" err="1">
              <a:solidFill>
                <a:srgbClr val="000000"/>
              </a:solidFill>
              <a:latin typeface="Times New Roman" panose="02020603050405020304" pitchFamily="18" charset="0"/>
              <a:cs typeface="Times New Roman" panose="02020603050405020304" pitchFamily="18" charset="0"/>
            </a:rPr>
            <a:t>vs</a:t>
          </a:r>
          <a:r>
            <a:rPr lang="en-IN" sz="1600" b="0" dirty="0">
              <a:solidFill>
                <a:srgbClr val="000000"/>
              </a:solidFill>
              <a:latin typeface="Times New Roman" panose="02020603050405020304" pitchFamily="18" charset="0"/>
              <a:cs typeface="Times New Roman" panose="02020603050405020304" pitchFamily="18" charset="0"/>
            </a:rPr>
            <a:t> NDVI/NDBI overlays</a:t>
          </a:r>
        </a:p>
      </dgm:t>
    </dgm:pt>
    <dgm:pt modelId="{0E3F5114-200D-4C48-99EB-6BD30F209764}" type="parTrans" cxnId="{09E4926A-7F24-4B6D-98FB-FE0320897BBE}">
      <dgm:prSet/>
      <dgm:spPr/>
      <dgm:t>
        <a:bodyPr/>
        <a:lstStyle/>
        <a:p>
          <a:endParaRPr lang="en-IN"/>
        </a:p>
      </dgm:t>
    </dgm:pt>
    <dgm:pt modelId="{F14BD0D1-1295-4EEA-9162-680A89AB2700}" type="sibTrans" cxnId="{09E4926A-7F24-4B6D-98FB-FE0320897BBE}">
      <dgm:prSet/>
      <dgm:spPr/>
      <dgm:t>
        <a:bodyPr/>
        <a:lstStyle/>
        <a:p>
          <a:endParaRPr lang="en-IN"/>
        </a:p>
      </dgm:t>
    </dgm:pt>
    <dgm:pt modelId="{95FDD243-747E-44E3-B807-46D9C76F8B71}">
      <dgm:prSet phldrT="[Text]" custT="1"/>
      <dgm:spPr/>
      <dgm:t>
        <a:bodyPr/>
        <a:lstStyle/>
        <a:p>
          <a:r>
            <a:rPr lang="en-US" sz="1600" b="0" dirty="0">
              <a:solidFill>
                <a:srgbClr val="000000"/>
              </a:solidFill>
              <a:latin typeface="Times New Roman" panose="02020603050405020304" pitchFamily="18" charset="0"/>
              <a:cs typeface="Times New Roman" panose="02020603050405020304" pitchFamily="18" charset="0"/>
            </a:rPr>
            <a:t>Create charts/tables for pollutant trends, LULC statistics, and AQI category distribution</a:t>
          </a:r>
          <a:endParaRPr lang="en-IN" sz="1600" b="0" dirty="0">
            <a:solidFill>
              <a:srgbClr val="000000"/>
            </a:solidFill>
            <a:latin typeface="Times New Roman" panose="02020603050405020304" pitchFamily="18" charset="0"/>
            <a:cs typeface="Times New Roman" panose="02020603050405020304" pitchFamily="18" charset="0"/>
          </a:endParaRPr>
        </a:p>
      </dgm:t>
    </dgm:pt>
    <dgm:pt modelId="{02F7ABD9-31C0-4B76-B046-7B283FBB6CA5}" type="parTrans" cxnId="{131B5998-47E9-4CAC-9F61-AD81CC5ED192}">
      <dgm:prSet/>
      <dgm:spPr/>
      <dgm:t>
        <a:bodyPr/>
        <a:lstStyle/>
        <a:p>
          <a:endParaRPr lang="en-IN"/>
        </a:p>
      </dgm:t>
    </dgm:pt>
    <dgm:pt modelId="{B39CD8DB-EA60-463B-8956-E42E0C485B8C}" type="sibTrans" cxnId="{131B5998-47E9-4CAC-9F61-AD81CC5ED192}">
      <dgm:prSet/>
      <dgm:spPr/>
      <dgm:t>
        <a:bodyPr/>
        <a:lstStyle/>
        <a:p>
          <a:endParaRPr lang="en-IN"/>
        </a:p>
      </dgm:t>
    </dgm:pt>
    <dgm:pt modelId="{68A5890F-AEAB-44FF-AD74-C462EDEAFD15}">
      <dgm:prSet phldrT="[Text]" custT="1"/>
      <dgm:spPr>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dgm:spPr>
      <dgm:t>
        <a:bodyPr/>
        <a:lstStyle/>
        <a:p>
          <a:r>
            <a:rPr lang="en-IN" sz="1600" b="1" dirty="0">
              <a:solidFill>
                <a:srgbClr val="000000"/>
              </a:solidFill>
              <a:latin typeface="Times New Roman" panose="02020603050405020304" pitchFamily="18" charset="0"/>
              <a:cs typeface="Times New Roman" panose="02020603050405020304" pitchFamily="18" charset="0"/>
            </a:rPr>
            <a:t>Conclusion and Strategy Recommendation</a:t>
          </a:r>
        </a:p>
      </dgm:t>
    </dgm:pt>
    <dgm:pt modelId="{5AB0D1AF-19F7-413A-8350-B529AC502F03}" type="parTrans" cxnId="{9AC75EE0-9581-4AED-82D0-C92BA78AA174}">
      <dgm:prSet/>
      <dgm:spPr/>
      <dgm:t>
        <a:bodyPr/>
        <a:lstStyle/>
        <a:p>
          <a:endParaRPr lang="en-IN"/>
        </a:p>
      </dgm:t>
    </dgm:pt>
    <dgm:pt modelId="{584EBE0C-5169-44AF-8B6E-BE5AD44F2591}" type="sibTrans" cxnId="{9AC75EE0-9581-4AED-82D0-C92BA78AA174}">
      <dgm:prSet/>
      <dgm:spPr/>
      <dgm:t>
        <a:bodyPr/>
        <a:lstStyle/>
        <a:p>
          <a:endParaRPr lang="en-IN"/>
        </a:p>
      </dgm:t>
    </dgm:pt>
    <dgm:pt modelId="{4D8B7450-01AB-4CA3-AD07-AD0F5F702B5F}" type="pres">
      <dgm:prSet presAssocID="{BB3A62CE-8FB2-4738-BBF3-6E14FDB127BA}" presName="rootnode" presStyleCnt="0">
        <dgm:presLayoutVars>
          <dgm:chMax/>
          <dgm:chPref/>
          <dgm:dir/>
          <dgm:animLvl val="lvl"/>
        </dgm:presLayoutVars>
      </dgm:prSet>
      <dgm:spPr/>
    </dgm:pt>
    <dgm:pt modelId="{84A98F60-B200-48AC-BCFE-0FB7E45EEE6C}" type="pres">
      <dgm:prSet presAssocID="{2A134813-9543-4201-9D83-5233459479BF}" presName="composite" presStyleCnt="0"/>
      <dgm:spPr/>
    </dgm:pt>
    <dgm:pt modelId="{5FBDF1B8-9210-4CDD-9391-8C2B3445EAD0}" type="pres">
      <dgm:prSet presAssocID="{2A134813-9543-4201-9D83-5233459479BF}" presName="bentUpArrow1" presStyleLbl="alignImgPlace1" presStyleIdx="0" presStyleCnt="5" custLinFactNeighborX="-32645" custLinFactNeighborY="-69957"/>
      <dgm:spPr/>
    </dgm:pt>
    <dgm:pt modelId="{42DC05C9-E7BB-4F6E-ABC7-0F726A3AFE6D}" type="pres">
      <dgm:prSet presAssocID="{2A134813-9543-4201-9D83-5233459479BF}" presName="ParentText" presStyleLbl="node1" presStyleIdx="0" presStyleCnt="6" custScaleX="141452" custScaleY="161127" custLinFactNeighborX="-37661" custLinFactNeighborY="-90911">
        <dgm:presLayoutVars>
          <dgm:chMax val="1"/>
          <dgm:chPref val="1"/>
          <dgm:bulletEnabled val="1"/>
        </dgm:presLayoutVars>
      </dgm:prSet>
      <dgm:spPr/>
    </dgm:pt>
    <dgm:pt modelId="{C1F160A7-93A9-4E98-A1F0-755A34793450}" type="pres">
      <dgm:prSet presAssocID="{2A134813-9543-4201-9D83-5233459479BF}" presName="ChildText" presStyleLbl="revTx" presStyleIdx="0" presStyleCnt="5" custScaleX="577111" custLinFactX="100000" custLinFactY="-25210" custLinFactNeighborX="161147" custLinFactNeighborY="-100000">
        <dgm:presLayoutVars>
          <dgm:chMax val="0"/>
          <dgm:chPref val="0"/>
          <dgm:bulletEnabled val="1"/>
        </dgm:presLayoutVars>
      </dgm:prSet>
      <dgm:spPr/>
    </dgm:pt>
    <dgm:pt modelId="{46A85358-8B7C-4521-B525-84C8DB31E872}" type="pres">
      <dgm:prSet presAssocID="{7E346CD3-2927-4861-8802-CA0E79C9A9F8}" presName="sibTrans" presStyleCnt="0"/>
      <dgm:spPr/>
    </dgm:pt>
    <dgm:pt modelId="{9901014B-9B96-45F8-B0C3-CC3E06E00F50}" type="pres">
      <dgm:prSet presAssocID="{87D90A7B-425A-4249-A3FE-F4469A2AFC48}" presName="composite" presStyleCnt="0"/>
      <dgm:spPr/>
    </dgm:pt>
    <dgm:pt modelId="{252E4D9F-5798-4232-8FA8-63D4DD261B8D}" type="pres">
      <dgm:prSet presAssocID="{87D90A7B-425A-4249-A3FE-F4469A2AFC48}" presName="bentUpArrow1" presStyleLbl="alignImgPlace1" presStyleIdx="1" presStyleCnt="5" custLinFactX="-72826" custLinFactNeighborX="-100000" custLinFactNeighborY="-24048"/>
      <dgm:spPr/>
    </dgm:pt>
    <dgm:pt modelId="{0AED3747-04CD-465D-9011-571DD9ADA749}" type="pres">
      <dgm:prSet presAssocID="{87D90A7B-425A-4249-A3FE-F4469A2AFC48}" presName="ParentText" presStyleLbl="node1" presStyleIdx="1" presStyleCnt="6" custScaleX="126727" custScaleY="119049" custLinFactX="-31165" custLinFactNeighborX="-100000" custLinFactNeighborY="-44528">
        <dgm:presLayoutVars>
          <dgm:chMax val="1"/>
          <dgm:chPref val="1"/>
          <dgm:bulletEnabled val="1"/>
        </dgm:presLayoutVars>
      </dgm:prSet>
      <dgm:spPr/>
    </dgm:pt>
    <dgm:pt modelId="{6CCEC597-08B3-47BD-9BD0-EACBA62FE6AA}" type="pres">
      <dgm:prSet presAssocID="{87D90A7B-425A-4249-A3FE-F4469A2AFC48}" presName="ChildText" presStyleLbl="revTx" presStyleIdx="1" presStyleCnt="5" custScaleX="581859" custLinFactNeighborX="95497" custLinFactNeighborY="-81815">
        <dgm:presLayoutVars>
          <dgm:chMax val="0"/>
          <dgm:chPref val="0"/>
          <dgm:bulletEnabled val="1"/>
        </dgm:presLayoutVars>
      </dgm:prSet>
      <dgm:spPr/>
    </dgm:pt>
    <dgm:pt modelId="{9576EA17-766D-4552-9B42-460B513F672F}" type="pres">
      <dgm:prSet presAssocID="{71A587B8-0C1D-4E04-953C-E6493FD078A3}" presName="sibTrans" presStyleCnt="0"/>
      <dgm:spPr/>
    </dgm:pt>
    <dgm:pt modelId="{2D0C0211-A506-42FA-BC19-7851498B3150}" type="pres">
      <dgm:prSet presAssocID="{C26CD66C-0DD8-4D0B-A4C4-0C439166EE64}" presName="composite" presStyleCnt="0"/>
      <dgm:spPr/>
    </dgm:pt>
    <dgm:pt modelId="{77D24E1F-C709-40B6-A501-8E35DD0E3362}" type="pres">
      <dgm:prSet presAssocID="{C26CD66C-0DD8-4D0B-A4C4-0C439166EE64}" presName="bentUpArrow1" presStyleLbl="alignImgPlace1" presStyleIdx="2" presStyleCnt="5" custLinFactX="-100000" custLinFactNeighborX="-155398" custLinFactNeighborY="21862"/>
      <dgm:spPr/>
    </dgm:pt>
    <dgm:pt modelId="{A81BCD23-D8E7-4157-98B9-F537289C9E11}" type="pres">
      <dgm:prSet presAssocID="{C26CD66C-0DD8-4D0B-A4C4-0C439166EE64}" presName="ParentText" presStyleLbl="node1" presStyleIdx="2" presStyleCnt="6" custScaleX="130048" custScaleY="133432" custLinFactX="-100000" custLinFactNeighborX="-107786" custLinFactNeighborY="-16697">
        <dgm:presLayoutVars>
          <dgm:chMax val="1"/>
          <dgm:chPref val="1"/>
          <dgm:bulletEnabled val="1"/>
        </dgm:presLayoutVars>
      </dgm:prSet>
      <dgm:spPr/>
    </dgm:pt>
    <dgm:pt modelId="{B1485800-8789-4B8C-A5E9-DD6398A79C46}" type="pres">
      <dgm:prSet presAssocID="{C26CD66C-0DD8-4D0B-A4C4-0C439166EE64}" presName="ChildText" presStyleLbl="revTx" presStyleIdx="2" presStyleCnt="5" custScaleX="541292" custScaleY="130879" custLinFactNeighborX="-24998" custLinFactNeighborY="-22955">
        <dgm:presLayoutVars>
          <dgm:chMax val="0"/>
          <dgm:chPref val="0"/>
          <dgm:bulletEnabled val="1"/>
        </dgm:presLayoutVars>
      </dgm:prSet>
      <dgm:spPr/>
    </dgm:pt>
    <dgm:pt modelId="{00A3BFEA-7BFE-47CA-9401-D9197CF22679}" type="pres">
      <dgm:prSet presAssocID="{9A85547D-D9CE-48F8-B272-E474B7C1D43A}" presName="sibTrans" presStyleCnt="0"/>
      <dgm:spPr/>
    </dgm:pt>
    <dgm:pt modelId="{79096DB6-1284-4350-9E28-DD417A0E4069}" type="pres">
      <dgm:prSet presAssocID="{A88B4B78-022E-4C70-8EC3-EF66889DB77D}" presName="composite" presStyleCnt="0"/>
      <dgm:spPr/>
    </dgm:pt>
    <dgm:pt modelId="{87DD3ABC-4C37-451A-A6F8-59B6001C3109}" type="pres">
      <dgm:prSet presAssocID="{A88B4B78-022E-4C70-8EC3-EF66889DB77D}" presName="bentUpArrow1" presStyleLbl="alignImgPlace1" presStyleIdx="3" presStyleCnt="5" custLinFactX="-107246" custLinFactNeighborX="-200000" custLinFactNeighborY="67771"/>
      <dgm:spPr/>
    </dgm:pt>
    <dgm:pt modelId="{DDF63C74-27E6-4532-B4F5-A759AA63C9E4}" type="pres">
      <dgm:prSet presAssocID="{A88B4B78-022E-4C70-8EC3-EF66889DB77D}" presName="ParentText" presStyleLbl="node1" presStyleIdx="3" presStyleCnt="6" custScaleX="166048" custScaleY="136991" custLinFactX="-100000" custLinFactNeighborX="-136356" custLinFactNeighborY="29685">
        <dgm:presLayoutVars>
          <dgm:chMax val="1"/>
          <dgm:chPref val="1"/>
          <dgm:bulletEnabled val="1"/>
        </dgm:presLayoutVars>
      </dgm:prSet>
      <dgm:spPr/>
    </dgm:pt>
    <dgm:pt modelId="{B8B17AFE-89D9-42FE-86B8-BD349A6C0463}" type="pres">
      <dgm:prSet presAssocID="{A88B4B78-022E-4C70-8EC3-EF66889DB77D}" presName="ChildText" presStyleLbl="revTx" presStyleIdx="3" presStyleCnt="5" custScaleX="532097" custLinFactNeighborX="-42854" custLinFactNeighborY="29841">
        <dgm:presLayoutVars>
          <dgm:chMax val="0"/>
          <dgm:chPref val="0"/>
          <dgm:bulletEnabled val="1"/>
        </dgm:presLayoutVars>
      </dgm:prSet>
      <dgm:spPr/>
    </dgm:pt>
    <dgm:pt modelId="{878F11F3-8CAD-4A28-9D4B-AD381150DAF7}" type="pres">
      <dgm:prSet presAssocID="{3181A583-E0C2-42C3-9995-FE7DA8B54B07}" presName="sibTrans" presStyleCnt="0"/>
      <dgm:spPr/>
    </dgm:pt>
    <dgm:pt modelId="{D57C49FC-EDAF-4780-9334-EAF8AD023E0B}" type="pres">
      <dgm:prSet presAssocID="{88FF8A40-2C03-41DD-909A-B8171A262B62}" presName="composite" presStyleCnt="0"/>
      <dgm:spPr/>
    </dgm:pt>
    <dgm:pt modelId="{59EEEFB3-5FD0-49B4-AF82-24D85C30097C}" type="pres">
      <dgm:prSet presAssocID="{88FF8A40-2C03-41DD-909A-B8171A262B62}" presName="bentUpArrow1" presStyleLbl="alignImgPlace1" presStyleIdx="4" presStyleCnt="5" custAng="10800000" custFlipVert="1" custFlipHor="0" custScaleX="192931" custScaleY="113708" custLinFactX="-200000" custLinFactY="12561" custLinFactNeighborX="-279568" custLinFactNeighborY="100000"/>
      <dgm:spPr/>
    </dgm:pt>
    <dgm:pt modelId="{76E3FF8A-E8EB-4991-9FF2-3F0CB5B91980}" type="pres">
      <dgm:prSet presAssocID="{88FF8A40-2C03-41DD-909A-B8171A262B62}" presName="ParentText" presStyleLbl="node1" presStyleIdx="4" presStyleCnt="6" custScaleX="190906" custScaleY="106993" custLinFactX="-100000" custLinFactNeighborX="-171420" custLinFactNeighborY="63081">
        <dgm:presLayoutVars>
          <dgm:chMax val="1"/>
          <dgm:chPref val="1"/>
          <dgm:bulletEnabled val="1"/>
        </dgm:presLayoutVars>
      </dgm:prSet>
      <dgm:spPr/>
    </dgm:pt>
    <dgm:pt modelId="{515F67E2-6F1A-4D4D-AC65-1B5658067E43}" type="pres">
      <dgm:prSet presAssocID="{88FF8A40-2C03-41DD-909A-B8171A262B62}" presName="ChildText" presStyleLbl="revTx" presStyleIdx="4" presStyleCnt="5" custScaleX="466506" custLinFactY="39213" custLinFactNeighborX="-84609" custLinFactNeighborY="100000">
        <dgm:presLayoutVars>
          <dgm:chMax val="0"/>
          <dgm:chPref val="0"/>
          <dgm:bulletEnabled val="1"/>
        </dgm:presLayoutVars>
      </dgm:prSet>
      <dgm:spPr/>
    </dgm:pt>
    <dgm:pt modelId="{AB5CB053-66CA-4E89-A4E1-F5EFB8CDA4F5}" type="pres">
      <dgm:prSet presAssocID="{11F407B2-6B5A-4095-8FAE-2F91432F6E09}" presName="sibTrans" presStyleCnt="0"/>
      <dgm:spPr/>
    </dgm:pt>
    <dgm:pt modelId="{BCFBC6E6-0D2F-4E9D-ACCB-442AAC2932B3}" type="pres">
      <dgm:prSet presAssocID="{68A5890F-AEAB-44FF-AD74-C462EDEAFD15}" presName="composite" presStyleCnt="0"/>
      <dgm:spPr/>
    </dgm:pt>
    <dgm:pt modelId="{AB93ECEB-911B-4F67-950A-800746EED832}" type="pres">
      <dgm:prSet presAssocID="{68A5890F-AEAB-44FF-AD74-C462EDEAFD15}" presName="ParentText" presStyleLbl="node1" presStyleIdx="5" presStyleCnt="6" custScaleX="197269" custLinFactX="-321829" custLinFactNeighborX="-400000" custLinFactNeighborY="88746">
        <dgm:presLayoutVars>
          <dgm:chMax val="1"/>
          <dgm:chPref val="1"/>
          <dgm:bulletEnabled val="1"/>
        </dgm:presLayoutVars>
      </dgm:prSet>
      <dgm:spPr/>
    </dgm:pt>
  </dgm:ptLst>
  <dgm:cxnLst>
    <dgm:cxn modelId="{F8831C11-7D20-4C29-B474-B71825475AB9}" srcId="{2A134813-9543-4201-9D83-5233459479BF}" destId="{E7F59F95-489F-43AE-B48A-DB74F0C76EA6}" srcOrd="1" destOrd="0" parTransId="{75E13F26-0466-42CF-ABD7-3FE12BF04746}" sibTransId="{516CD299-CFA3-4731-A378-E5265EFE5A2A}"/>
    <dgm:cxn modelId="{2A61701F-CC8C-4CA1-ABED-4A0BD8C9686E}" type="presOf" srcId="{A88B4B78-022E-4C70-8EC3-EF66889DB77D}" destId="{DDF63C74-27E6-4532-B4F5-A759AA63C9E4}" srcOrd="0" destOrd="0" presId="urn:microsoft.com/office/officeart/2005/8/layout/StepDownProcess"/>
    <dgm:cxn modelId="{E1BE6223-BFC4-4696-9281-C3B61733771D}" type="presOf" srcId="{6BF8AB4D-CAED-42C9-BA5E-58C1E5C0BFA7}" destId="{B1485800-8789-4B8C-A5E9-DD6398A79C46}" srcOrd="0" destOrd="0" presId="urn:microsoft.com/office/officeart/2005/8/layout/StepDownProcess"/>
    <dgm:cxn modelId="{5B79602F-A432-43DF-A436-B1762AC42BD6}" type="presOf" srcId="{C26CD66C-0DD8-4D0B-A4C4-0C439166EE64}" destId="{A81BCD23-D8E7-4157-98B9-F537289C9E11}" srcOrd="0" destOrd="0" presId="urn:microsoft.com/office/officeart/2005/8/layout/StepDownProcess"/>
    <dgm:cxn modelId="{4AE2AA2F-1148-4538-AF46-CBCECE456F62}" srcId="{88FF8A40-2C03-41DD-909A-B8171A262B62}" destId="{0A7581A5-B831-4C21-96CE-DB40D42DF25F}" srcOrd="2" destOrd="0" parTransId="{5BEBA0E2-56DC-4835-8177-8D73C427B2BC}" sibTransId="{B7735D30-DE2E-4A35-978C-06909773F5C6}"/>
    <dgm:cxn modelId="{E1B62A30-63FB-4879-8545-553239CEFEA8}" srcId="{C26CD66C-0DD8-4D0B-A4C4-0C439166EE64}" destId="{093F6A73-01F6-4AC9-B7C2-FB2DA72D488A}" srcOrd="3" destOrd="0" parTransId="{D0AC5792-3507-4CBF-84E0-DB89D85C702E}" sibTransId="{818345AE-9F3F-4A22-9829-11FE80A1F91A}"/>
    <dgm:cxn modelId="{8D651635-52EF-40CE-BDE3-E59D8FF1C301}" type="presOf" srcId="{B81144BA-5418-49CA-AEF0-2F49922540E4}" destId="{515F67E2-6F1A-4D4D-AC65-1B5658067E43}" srcOrd="0" destOrd="1" presId="urn:microsoft.com/office/officeart/2005/8/layout/StepDownProcess"/>
    <dgm:cxn modelId="{80BCFE35-CDE4-46A9-BCF7-4B62ABF4A8F8}" type="presOf" srcId="{0A7581A5-B831-4C21-96CE-DB40D42DF25F}" destId="{515F67E2-6F1A-4D4D-AC65-1B5658067E43}" srcOrd="0" destOrd="2" presId="urn:microsoft.com/office/officeart/2005/8/layout/StepDownProcess"/>
    <dgm:cxn modelId="{AE5E043D-DF16-40F0-A0A3-DCD3831EEF85}" srcId="{88FF8A40-2C03-41DD-909A-B8171A262B62}" destId="{DFCDFF93-B149-468F-B995-78B9547105A5}" srcOrd="0" destOrd="0" parTransId="{E4755D41-20D1-4583-ADD1-ED0775D216BD}" sibTransId="{BBB8C16A-ED53-43C6-A119-BA36713FBD44}"/>
    <dgm:cxn modelId="{E557325C-941F-4338-A0C2-1CEC1032634B}" srcId="{C26CD66C-0DD8-4D0B-A4C4-0C439166EE64}" destId="{6BF8AB4D-CAED-42C9-BA5E-58C1E5C0BFA7}" srcOrd="0" destOrd="0" parTransId="{39DCE91E-A0C3-4C1C-91AE-6F85CBF68A9B}" sibTransId="{885A636B-6675-4A44-A4FA-862EF3013BA2}"/>
    <dgm:cxn modelId="{8C54D444-0F42-43E8-BB12-23686E9CEA0C}" srcId="{BB3A62CE-8FB2-4738-BBF3-6E14FDB127BA}" destId="{87D90A7B-425A-4249-A3FE-F4469A2AFC48}" srcOrd="1" destOrd="0" parTransId="{CA3B4103-FC64-46FA-87B5-1EA7F4BE87B1}" sibTransId="{71A587B8-0C1D-4E04-953C-E6493FD078A3}"/>
    <dgm:cxn modelId="{09E4926A-7F24-4B6D-98FB-FE0320897BBE}" srcId="{88FF8A40-2C03-41DD-909A-B8171A262B62}" destId="{D20AC04C-0C4B-47DD-A6EE-D5961B6841FC}" srcOrd="3" destOrd="0" parTransId="{0E3F5114-200D-4C48-99EB-6BD30F209764}" sibTransId="{F14BD0D1-1295-4EEA-9162-680A89AB2700}"/>
    <dgm:cxn modelId="{527BA44C-E55E-457C-80C7-675B6569DFA2}" type="presOf" srcId="{093F6A73-01F6-4AC9-B7C2-FB2DA72D488A}" destId="{B1485800-8789-4B8C-A5E9-DD6398A79C46}" srcOrd="0" destOrd="3" presId="urn:microsoft.com/office/officeart/2005/8/layout/StepDownProcess"/>
    <dgm:cxn modelId="{CBF8114D-5B05-4E33-8B19-9FE38921FF0A}" type="presOf" srcId="{C9DA7CE2-1426-4574-86B8-7CF765B6B162}" destId="{6CCEC597-08B3-47BD-9BD0-EACBA62FE6AA}" srcOrd="0" destOrd="1" presId="urn:microsoft.com/office/officeart/2005/8/layout/StepDownProcess"/>
    <dgm:cxn modelId="{0CFF274E-10B8-4033-9E6D-9DB93E0D2695}" srcId="{87D90A7B-425A-4249-A3FE-F4469A2AFC48}" destId="{05EE95F3-C888-4651-8995-1AC99B7F677D}" srcOrd="0" destOrd="0" parTransId="{2C88F8AB-AC46-4D8B-AEB9-B1B33B486FD0}" sibTransId="{E7B240D5-81AA-4B8E-A092-A727CA2CD64C}"/>
    <dgm:cxn modelId="{BFD44570-EC9E-4E0F-AC1F-D140061ABE70}" type="presOf" srcId="{03AB38A4-267D-4135-9744-B1B5A726939D}" destId="{C1F160A7-93A9-4E98-A1F0-755A34793450}" srcOrd="0" destOrd="0" presId="urn:microsoft.com/office/officeart/2005/8/layout/StepDownProcess"/>
    <dgm:cxn modelId="{C7907455-40F8-444B-A771-5E4EFC0BE813}" type="presOf" srcId="{95FDD243-747E-44E3-B807-46D9C76F8B71}" destId="{515F67E2-6F1A-4D4D-AC65-1B5658067E43}" srcOrd="0" destOrd="4" presId="urn:microsoft.com/office/officeart/2005/8/layout/StepDownProcess"/>
    <dgm:cxn modelId="{A9388557-D652-45A9-8520-2942C5F62C9C}" srcId="{BB3A62CE-8FB2-4738-BBF3-6E14FDB127BA}" destId="{A88B4B78-022E-4C70-8EC3-EF66889DB77D}" srcOrd="3" destOrd="0" parTransId="{533CA753-3A4A-4E8A-A585-FCFF79B7A8AC}" sibTransId="{3181A583-E0C2-42C3-9995-FE7DA8B54B07}"/>
    <dgm:cxn modelId="{9617EF87-970B-4F84-A260-089886637742}" srcId="{A88B4B78-022E-4C70-8EC3-EF66889DB77D}" destId="{F0E43536-B77E-4626-9A9F-5707AA73FB12}" srcOrd="1" destOrd="0" parTransId="{F460736E-24E9-40E3-A7CC-D0EDA128C170}" sibTransId="{2BA47015-6ED4-4EE8-B624-0DF85678EEE5}"/>
    <dgm:cxn modelId="{93540691-F34C-4C8A-81B6-4A9A14C2472A}" srcId="{87D90A7B-425A-4249-A3FE-F4469A2AFC48}" destId="{C9DA7CE2-1426-4574-86B8-7CF765B6B162}" srcOrd="1" destOrd="0" parTransId="{9895307E-4D95-41E6-9151-D48F5817C641}" sibTransId="{62F5519A-F2D4-4D94-B7BE-1B1C38FBE7DD}"/>
    <dgm:cxn modelId="{4A96BB93-6744-46B5-9A9D-B0D6434BD7F0}" type="presOf" srcId="{68A5890F-AEAB-44FF-AD74-C462EDEAFD15}" destId="{AB93ECEB-911B-4F67-950A-800746EED832}" srcOrd="0" destOrd="0" presId="urn:microsoft.com/office/officeart/2005/8/layout/StepDownProcess"/>
    <dgm:cxn modelId="{1005C496-F0CB-429A-B3E4-9C3172F290D1}" type="presOf" srcId="{87D90A7B-425A-4249-A3FE-F4469A2AFC48}" destId="{0AED3747-04CD-465D-9011-571DD9ADA749}" srcOrd="0" destOrd="0" presId="urn:microsoft.com/office/officeart/2005/8/layout/StepDownProcess"/>
    <dgm:cxn modelId="{131B5998-47E9-4CAC-9F61-AD81CC5ED192}" srcId="{88FF8A40-2C03-41DD-909A-B8171A262B62}" destId="{95FDD243-747E-44E3-B807-46D9C76F8B71}" srcOrd="4" destOrd="0" parTransId="{02F7ABD9-31C0-4B76-B046-7B283FBB6CA5}" sibTransId="{B39CD8DB-EA60-463B-8956-E42E0C485B8C}"/>
    <dgm:cxn modelId="{715ED6A4-B003-406F-A234-B857F96EE1A3}" type="presOf" srcId="{F0E43536-B77E-4626-9A9F-5707AA73FB12}" destId="{B8B17AFE-89D9-42FE-86B8-BD349A6C0463}" srcOrd="0" destOrd="1" presId="urn:microsoft.com/office/officeart/2005/8/layout/StepDownProcess"/>
    <dgm:cxn modelId="{172AB7AC-70C1-45CD-A781-854F93B2004E}" type="presOf" srcId="{E7F59F95-489F-43AE-B48A-DB74F0C76EA6}" destId="{C1F160A7-93A9-4E98-A1F0-755A34793450}" srcOrd="0" destOrd="1" presId="urn:microsoft.com/office/officeart/2005/8/layout/StepDownProcess"/>
    <dgm:cxn modelId="{AF6ECBAD-9215-4F50-BF31-011B696EB61A}" srcId="{BB3A62CE-8FB2-4738-BBF3-6E14FDB127BA}" destId="{2A134813-9543-4201-9D83-5233459479BF}" srcOrd="0" destOrd="0" parTransId="{9110CE86-654C-4736-AE5C-87A6BAC8517B}" sibTransId="{7E346CD3-2927-4861-8802-CA0E79C9A9F8}"/>
    <dgm:cxn modelId="{3D2E33B7-7833-4CAB-8879-BCBF26C98D87}" srcId="{C26CD66C-0DD8-4D0B-A4C4-0C439166EE64}" destId="{8550B043-EA4B-4665-B218-65D0F5205AE8}" srcOrd="1" destOrd="0" parTransId="{195912DD-700C-4C51-9E31-AD1913FBF10F}" sibTransId="{588039EE-F421-4B1C-86C7-DB606EF42326}"/>
    <dgm:cxn modelId="{F1453DBA-4E17-44FE-82E9-6DE5DA789EB5}" type="presOf" srcId="{FB0724FD-4872-47CD-A96D-7E0410014863}" destId="{B1485800-8789-4B8C-A5E9-DD6398A79C46}" srcOrd="0" destOrd="2" presId="urn:microsoft.com/office/officeart/2005/8/layout/StepDownProcess"/>
    <dgm:cxn modelId="{A77802C2-8F3E-4095-8676-AFFBFA55EF2C}" srcId="{BB3A62CE-8FB2-4738-BBF3-6E14FDB127BA}" destId="{88FF8A40-2C03-41DD-909A-B8171A262B62}" srcOrd="4" destOrd="0" parTransId="{8FDC523C-5CEC-434B-97C3-D1A887A3C6E3}" sibTransId="{11F407B2-6B5A-4095-8FAE-2F91432F6E09}"/>
    <dgm:cxn modelId="{47DFD3C6-B39F-4722-8717-11B8E241A4EF}" type="presOf" srcId="{8550B043-EA4B-4665-B218-65D0F5205AE8}" destId="{B1485800-8789-4B8C-A5E9-DD6398A79C46}" srcOrd="0" destOrd="1" presId="urn:microsoft.com/office/officeart/2005/8/layout/StepDownProcess"/>
    <dgm:cxn modelId="{9F3AD2CA-5F67-4C0A-B81E-14F80DE19B6B}" type="presOf" srcId="{05EE95F3-C888-4651-8995-1AC99B7F677D}" destId="{6CCEC597-08B3-47BD-9BD0-EACBA62FE6AA}" srcOrd="0" destOrd="0" presId="urn:microsoft.com/office/officeart/2005/8/layout/StepDownProcess"/>
    <dgm:cxn modelId="{3A5DE7CB-141E-4722-A725-B4FDAD3A50C7}" type="presOf" srcId="{88FF8A40-2C03-41DD-909A-B8171A262B62}" destId="{76E3FF8A-E8EB-4991-9FF2-3F0CB5B91980}" srcOrd="0" destOrd="0" presId="urn:microsoft.com/office/officeart/2005/8/layout/StepDownProcess"/>
    <dgm:cxn modelId="{E26F2ECC-5087-4E57-865C-14B3D44689CB}" type="presOf" srcId="{DFCDFF93-B149-468F-B995-78B9547105A5}" destId="{515F67E2-6F1A-4D4D-AC65-1B5658067E43}" srcOrd="0" destOrd="0" presId="urn:microsoft.com/office/officeart/2005/8/layout/StepDownProcess"/>
    <dgm:cxn modelId="{012A33CC-03F5-4615-B4FD-C146BE59B819}" srcId="{2A134813-9543-4201-9D83-5233459479BF}" destId="{03AB38A4-267D-4135-9744-B1B5A726939D}" srcOrd="0" destOrd="0" parTransId="{4AEFD22E-A780-4207-A14F-3CDC5D09177E}" sibTransId="{E68DC2A7-74F3-41F8-9D16-7611D4EF77E2}"/>
    <dgm:cxn modelId="{F47EE6CD-17EC-4F62-89A7-19709C24DB65}" srcId="{88FF8A40-2C03-41DD-909A-B8171A262B62}" destId="{B81144BA-5418-49CA-AEF0-2F49922540E4}" srcOrd="1" destOrd="0" parTransId="{B788424F-AE96-4A23-B1F3-8C07E52CD04B}" sibTransId="{675D4F6E-261F-4B31-B982-A522A9672C50}"/>
    <dgm:cxn modelId="{E392FACE-FB80-4584-B5BB-4D6FE5BDF67E}" srcId="{BB3A62CE-8FB2-4738-BBF3-6E14FDB127BA}" destId="{C26CD66C-0DD8-4D0B-A4C4-0C439166EE64}" srcOrd="2" destOrd="0" parTransId="{5665548B-E898-4E45-B175-F5643916B6CB}" sibTransId="{9A85547D-D9CE-48F8-B272-E474B7C1D43A}"/>
    <dgm:cxn modelId="{9FAA73D6-F540-430A-9DF9-6863C212CAC2}" type="presOf" srcId="{2A134813-9543-4201-9D83-5233459479BF}" destId="{42DC05C9-E7BB-4F6E-ABC7-0F726A3AFE6D}" srcOrd="0" destOrd="0" presId="urn:microsoft.com/office/officeart/2005/8/layout/StepDownProcess"/>
    <dgm:cxn modelId="{786BD1D6-C3F9-43CA-B367-6661763186AD}" srcId="{C26CD66C-0DD8-4D0B-A4C4-0C439166EE64}" destId="{FB0724FD-4872-47CD-A96D-7E0410014863}" srcOrd="2" destOrd="0" parTransId="{5F58449B-C886-4DDB-9807-472EC975ECF6}" sibTransId="{FD9D071F-CEEA-4EA6-9ED5-5BF8D07AD673}"/>
    <dgm:cxn modelId="{9AC75EE0-9581-4AED-82D0-C92BA78AA174}" srcId="{BB3A62CE-8FB2-4738-BBF3-6E14FDB127BA}" destId="{68A5890F-AEAB-44FF-AD74-C462EDEAFD15}" srcOrd="5" destOrd="0" parTransId="{5AB0D1AF-19F7-413A-8350-B529AC502F03}" sibTransId="{584EBE0C-5169-44AF-8B6E-BE5AD44F2591}"/>
    <dgm:cxn modelId="{4CD22BE5-5FEE-42B9-857A-0AAC6D2CBD2B}" type="presOf" srcId="{D20AC04C-0C4B-47DD-A6EE-D5961B6841FC}" destId="{515F67E2-6F1A-4D4D-AC65-1B5658067E43}" srcOrd="0" destOrd="3" presId="urn:microsoft.com/office/officeart/2005/8/layout/StepDownProcess"/>
    <dgm:cxn modelId="{3ABD88EA-C8A9-49B8-8C4D-B62C5DDA99A4}" srcId="{A88B4B78-022E-4C70-8EC3-EF66889DB77D}" destId="{69766C86-C385-454B-9E63-67B144FC9DCD}" srcOrd="0" destOrd="0" parTransId="{772C3143-9A42-4EF7-921F-F520B3A44748}" sibTransId="{2B0DCC99-12B2-469D-A265-2483FA4574F7}"/>
    <dgm:cxn modelId="{5F2CD9F7-2831-4707-8E7F-7E0611052A73}" type="presOf" srcId="{BB3A62CE-8FB2-4738-BBF3-6E14FDB127BA}" destId="{4D8B7450-01AB-4CA3-AD07-AD0F5F702B5F}" srcOrd="0" destOrd="0" presId="urn:microsoft.com/office/officeart/2005/8/layout/StepDownProcess"/>
    <dgm:cxn modelId="{13B8F7FF-FFF5-432A-A958-91E5D8227D2C}" type="presOf" srcId="{69766C86-C385-454B-9E63-67B144FC9DCD}" destId="{B8B17AFE-89D9-42FE-86B8-BD349A6C0463}" srcOrd="0" destOrd="0" presId="urn:microsoft.com/office/officeart/2005/8/layout/StepDownProcess"/>
    <dgm:cxn modelId="{F5072C13-05C3-42E7-80A7-4BC549927CB7}" type="presParOf" srcId="{4D8B7450-01AB-4CA3-AD07-AD0F5F702B5F}" destId="{84A98F60-B200-48AC-BCFE-0FB7E45EEE6C}" srcOrd="0" destOrd="0" presId="urn:microsoft.com/office/officeart/2005/8/layout/StepDownProcess"/>
    <dgm:cxn modelId="{2DC8F50C-EA04-4137-88D8-15FD42F99931}" type="presParOf" srcId="{84A98F60-B200-48AC-BCFE-0FB7E45EEE6C}" destId="{5FBDF1B8-9210-4CDD-9391-8C2B3445EAD0}" srcOrd="0" destOrd="0" presId="urn:microsoft.com/office/officeart/2005/8/layout/StepDownProcess"/>
    <dgm:cxn modelId="{F5757CC2-CDBB-4935-B934-2197FA47C20C}" type="presParOf" srcId="{84A98F60-B200-48AC-BCFE-0FB7E45EEE6C}" destId="{42DC05C9-E7BB-4F6E-ABC7-0F726A3AFE6D}" srcOrd="1" destOrd="0" presId="urn:microsoft.com/office/officeart/2005/8/layout/StepDownProcess"/>
    <dgm:cxn modelId="{A8E8F88A-BD7D-4217-A4F6-29A7433981C3}" type="presParOf" srcId="{84A98F60-B200-48AC-BCFE-0FB7E45EEE6C}" destId="{C1F160A7-93A9-4E98-A1F0-755A34793450}" srcOrd="2" destOrd="0" presId="urn:microsoft.com/office/officeart/2005/8/layout/StepDownProcess"/>
    <dgm:cxn modelId="{DC855D17-8AD6-4B1B-9670-E84270E14FC4}" type="presParOf" srcId="{4D8B7450-01AB-4CA3-AD07-AD0F5F702B5F}" destId="{46A85358-8B7C-4521-B525-84C8DB31E872}" srcOrd="1" destOrd="0" presId="urn:microsoft.com/office/officeart/2005/8/layout/StepDownProcess"/>
    <dgm:cxn modelId="{AF95673C-E4FA-4281-801A-3FA18D43538B}" type="presParOf" srcId="{4D8B7450-01AB-4CA3-AD07-AD0F5F702B5F}" destId="{9901014B-9B96-45F8-B0C3-CC3E06E00F50}" srcOrd="2" destOrd="0" presId="urn:microsoft.com/office/officeart/2005/8/layout/StepDownProcess"/>
    <dgm:cxn modelId="{1C6044D3-63C0-4AC1-80EB-568E438ABD5B}" type="presParOf" srcId="{9901014B-9B96-45F8-B0C3-CC3E06E00F50}" destId="{252E4D9F-5798-4232-8FA8-63D4DD261B8D}" srcOrd="0" destOrd="0" presId="urn:microsoft.com/office/officeart/2005/8/layout/StepDownProcess"/>
    <dgm:cxn modelId="{090E702F-E646-4DFC-A833-814BCA07B9B4}" type="presParOf" srcId="{9901014B-9B96-45F8-B0C3-CC3E06E00F50}" destId="{0AED3747-04CD-465D-9011-571DD9ADA749}" srcOrd="1" destOrd="0" presId="urn:microsoft.com/office/officeart/2005/8/layout/StepDownProcess"/>
    <dgm:cxn modelId="{5B3B2716-9BD5-4AB3-A561-0FB175D17901}" type="presParOf" srcId="{9901014B-9B96-45F8-B0C3-CC3E06E00F50}" destId="{6CCEC597-08B3-47BD-9BD0-EACBA62FE6AA}" srcOrd="2" destOrd="0" presId="urn:microsoft.com/office/officeart/2005/8/layout/StepDownProcess"/>
    <dgm:cxn modelId="{0447E858-8B52-47EC-A02E-233F9E6C1E54}" type="presParOf" srcId="{4D8B7450-01AB-4CA3-AD07-AD0F5F702B5F}" destId="{9576EA17-766D-4552-9B42-460B513F672F}" srcOrd="3" destOrd="0" presId="urn:microsoft.com/office/officeart/2005/8/layout/StepDownProcess"/>
    <dgm:cxn modelId="{4F071D8E-2451-4D58-B288-74D083D7733B}" type="presParOf" srcId="{4D8B7450-01AB-4CA3-AD07-AD0F5F702B5F}" destId="{2D0C0211-A506-42FA-BC19-7851498B3150}" srcOrd="4" destOrd="0" presId="urn:microsoft.com/office/officeart/2005/8/layout/StepDownProcess"/>
    <dgm:cxn modelId="{8AC4FFD8-E510-41D8-914A-46128604B48E}" type="presParOf" srcId="{2D0C0211-A506-42FA-BC19-7851498B3150}" destId="{77D24E1F-C709-40B6-A501-8E35DD0E3362}" srcOrd="0" destOrd="0" presId="urn:microsoft.com/office/officeart/2005/8/layout/StepDownProcess"/>
    <dgm:cxn modelId="{29C5DC9E-9057-42A7-ADB2-B29B0A50944A}" type="presParOf" srcId="{2D0C0211-A506-42FA-BC19-7851498B3150}" destId="{A81BCD23-D8E7-4157-98B9-F537289C9E11}" srcOrd="1" destOrd="0" presId="urn:microsoft.com/office/officeart/2005/8/layout/StepDownProcess"/>
    <dgm:cxn modelId="{2F4128F8-90B0-47EE-9651-22F07799D73C}" type="presParOf" srcId="{2D0C0211-A506-42FA-BC19-7851498B3150}" destId="{B1485800-8789-4B8C-A5E9-DD6398A79C46}" srcOrd="2" destOrd="0" presId="urn:microsoft.com/office/officeart/2005/8/layout/StepDownProcess"/>
    <dgm:cxn modelId="{163BF982-9588-4576-AA22-AC1501FF5B0B}" type="presParOf" srcId="{4D8B7450-01AB-4CA3-AD07-AD0F5F702B5F}" destId="{00A3BFEA-7BFE-47CA-9401-D9197CF22679}" srcOrd="5" destOrd="0" presId="urn:microsoft.com/office/officeart/2005/8/layout/StepDownProcess"/>
    <dgm:cxn modelId="{9982E2AD-663C-4562-B2C9-83DAD5A69B13}" type="presParOf" srcId="{4D8B7450-01AB-4CA3-AD07-AD0F5F702B5F}" destId="{79096DB6-1284-4350-9E28-DD417A0E4069}" srcOrd="6" destOrd="0" presId="urn:microsoft.com/office/officeart/2005/8/layout/StepDownProcess"/>
    <dgm:cxn modelId="{57033E39-DE63-404B-84CC-A6DC275239AF}" type="presParOf" srcId="{79096DB6-1284-4350-9E28-DD417A0E4069}" destId="{87DD3ABC-4C37-451A-A6F8-59B6001C3109}" srcOrd="0" destOrd="0" presId="urn:microsoft.com/office/officeart/2005/8/layout/StepDownProcess"/>
    <dgm:cxn modelId="{96B54004-89F8-4BA1-AA8A-37F7A9CACA1F}" type="presParOf" srcId="{79096DB6-1284-4350-9E28-DD417A0E4069}" destId="{DDF63C74-27E6-4532-B4F5-A759AA63C9E4}" srcOrd="1" destOrd="0" presId="urn:microsoft.com/office/officeart/2005/8/layout/StepDownProcess"/>
    <dgm:cxn modelId="{969E3117-5F2A-40DF-9E52-1FF52EEC8DCD}" type="presParOf" srcId="{79096DB6-1284-4350-9E28-DD417A0E4069}" destId="{B8B17AFE-89D9-42FE-86B8-BD349A6C0463}" srcOrd="2" destOrd="0" presId="urn:microsoft.com/office/officeart/2005/8/layout/StepDownProcess"/>
    <dgm:cxn modelId="{F796CB58-DEA3-41C3-8AC8-FE254F1DF44E}" type="presParOf" srcId="{4D8B7450-01AB-4CA3-AD07-AD0F5F702B5F}" destId="{878F11F3-8CAD-4A28-9D4B-AD381150DAF7}" srcOrd="7" destOrd="0" presId="urn:microsoft.com/office/officeart/2005/8/layout/StepDownProcess"/>
    <dgm:cxn modelId="{D39BADCC-61C0-4C5F-8F93-C32FA0ADDD1A}" type="presParOf" srcId="{4D8B7450-01AB-4CA3-AD07-AD0F5F702B5F}" destId="{D57C49FC-EDAF-4780-9334-EAF8AD023E0B}" srcOrd="8" destOrd="0" presId="urn:microsoft.com/office/officeart/2005/8/layout/StepDownProcess"/>
    <dgm:cxn modelId="{6DE3AE92-B0BA-41C5-AE3B-5F006308D3FC}" type="presParOf" srcId="{D57C49FC-EDAF-4780-9334-EAF8AD023E0B}" destId="{59EEEFB3-5FD0-49B4-AF82-24D85C30097C}" srcOrd="0" destOrd="0" presId="urn:microsoft.com/office/officeart/2005/8/layout/StepDownProcess"/>
    <dgm:cxn modelId="{7472991F-EF78-433D-84D6-87F346F724EB}" type="presParOf" srcId="{D57C49FC-EDAF-4780-9334-EAF8AD023E0B}" destId="{76E3FF8A-E8EB-4991-9FF2-3F0CB5B91980}" srcOrd="1" destOrd="0" presId="urn:microsoft.com/office/officeart/2005/8/layout/StepDownProcess"/>
    <dgm:cxn modelId="{958BE775-BD9D-4F5A-882E-6D275FFCA980}" type="presParOf" srcId="{D57C49FC-EDAF-4780-9334-EAF8AD023E0B}" destId="{515F67E2-6F1A-4D4D-AC65-1B5658067E43}" srcOrd="2" destOrd="0" presId="urn:microsoft.com/office/officeart/2005/8/layout/StepDownProcess"/>
    <dgm:cxn modelId="{A2D38681-4A2E-46B6-A9C0-78F81B551520}" type="presParOf" srcId="{4D8B7450-01AB-4CA3-AD07-AD0F5F702B5F}" destId="{AB5CB053-66CA-4E89-A4E1-F5EFB8CDA4F5}" srcOrd="9" destOrd="0" presId="urn:microsoft.com/office/officeart/2005/8/layout/StepDownProcess"/>
    <dgm:cxn modelId="{53CC4AEA-BB62-4443-ABF5-29FEB8E0BF5C}" type="presParOf" srcId="{4D8B7450-01AB-4CA3-AD07-AD0F5F702B5F}" destId="{BCFBC6E6-0D2F-4E9D-ACCB-442AAC2932B3}" srcOrd="10" destOrd="0" presId="urn:microsoft.com/office/officeart/2005/8/layout/StepDownProcess"/>
    <dgm:cxn modelId="{558F67B5-3AA9-4EDE-8FFB-E2116BB6BB8A}" type="presParOf" srcId="{BCFBC6E6-0D2F-4E9D-ACCB-442AAC2932B3}" destId="{AB93ECEB-911B-4F67-950A-800746EED832}"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64EBF2-C8A3-47ED-8098-ADEFADFC62D0}"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IN"/>
        </a:p>
      </dgm:t>
    </dgm:pt>
    <dgm:pt modelId="{841877FE-6E28-4E11-A2DA-F0332A8F695C}">
      <dgm:prSet phldrT="[Text]"/>
      <dgm:spPr/>
      <dgm:t>
        <a:bodyPr/>
        <a:lstStyle/>
        <a:p>
          <a:r>
            <a:rPr lang="en-IN" b="1" dirty="0">
              <a:latin typeface="Times New Roman" panose="02020603050405020304" pitchFamily="18" charset="0"/>
              <a:cs typeface="Times New Roman" panose="02020603050405020304" pitchFamily="18" charset="0"/>
            </a:rPr>
            <a:t>Remote sensing and GIS techniques</a:t>
          </a:r>
          <a:endParaRPr lang="en-IN" dirty="0">
            <a:latin typeface="Times New Roman" panose="02020603050405020304" pitchFamily="18" charset="0"/>
            <a:cs typeface="Times New Roman" panose="02020603050405020304" pitchFamily="18" charset="0"/>
          </a:endParaRPr>
        </a:p>
      </dgm:t>
    </dgm:pt>
    <dgm:pt modelId="{17CA12A5-66EA-4A42-A1AF-BDCCB9806D27}" type="parTrans" cxnId="{7B282901-F002-4796-A4EC-8EAAD8653B6D}">
      <dgm:prSet/>
      <dgm:spPr/>
      <dgm:t>
        <a:bodyPr/>
        <a:lstStyle/>
        <a:p>
          <a:endParaRPr lang="en-IN"/>
        </a:p>
      </dgm:t>
    </dgm:pt>
    <dgm:pt modelId="{BBDBA6BF-D6C7-479C-884F-BB67CC92DC24}" type="sibTrans" cxnId="{7B282901-F002-4796-A4EC-8EAAD8653B6D}">
      <dgm:prSet/>
      <dgm:spPr/>
      <dgm:t>
        <a:bodyPr/>
        <a:lstStyle/>
        <a:p>
          <a:endParaRPr lang="en-IN"/>
        </a:p>
      </dgm:t>
    </dgm:pt>
    <dgm:pt modelId="{2604E99E-85D0-42B4-AC41-BE35F18E9A90}">
      <dgm:prSet phldrT="[Text]"/>
      <dgm:spPr/>
      <dgm:t>
        <a:bodyPr/>
        <a:lstStyle/>
        <a:p>
          <a:r>
            <a:rPr lang="en-IN" b="1" dirty="0">
              <a:latin typeface="Times New Roman" panose="02020603050405020304" pitchFamily="18" charset="0"/>
              <a:cs typeface="Times New Roman" panose="02020603050405020304" pitchFamily="18" charset="0"/>
            </a:rPr>
            <a:t>Environmental impacts assessment</a:t>
          </a:r>
          <a:endParaRPr lang="en-IN" dirty="0">
            <a:latin typeface="Times New Roman" panose="02020603050405020304" pitchFamily="18" charset="0"/>
            <a:cs typeface="Times New Roman" panose="02020603050405020304" pitchFamily="18" charset="0"/>
          </a:endParaRPr>
        </a:p>
      </dgm:t>
    </dgm:pt>
    <dgm:pt modelId="{8431A484-FE44-4FCA-9B21-C91C1BDDF6EF}" type="parTrans" cxnId="{3A2265F2-48EF-4E2F-BC4A-D7653750C3D3}">
      <dgm:prSet/>
      <dgm:spPr/>
      <dgm:t>
        <a:bodyPr/>
        <a:lstStyle/>
        <a:p>
          <a:endParaRPr lang="en-IN"/>
        </a:p>
      </dgm:t>
    </dgm:pt>
    <dgm:pt modelId="{A9376E09-CE98-4C87-87A0-67424F9A83B6}" type="sibTrans" cxnId="{3A2265F2-48EF-4E2F-BC4A-D7653750C3D3}">
      <dgm:prSet/>
      <dgm:spPr/>
      <dgm:t>
        <a:bodyPr/>
        <a:lstStyle/>
        <a:p>
          <a:endParaRPr lang="en-IN"/>
        </a:p>
      </dgm:t>
    </dgm:pt>
    <dgm:pt modelId="{037C406A-FF19-4405-892E-71B16227D66C}">
      <dgm:prSet phldrT="[Text]"/>
      <dgm:spPr/>
      <dgm:t>
        <a:bodyPr/>
        <a:lstStyle/>
        <a:p>
          <a:r>
            <a:rPr lang="en-IN" b="1" dirty="0">
              <a:latin typeface="Times New Roman" panose="02020603050405020304" pitchFamily="18" charset="0"/>
              <a:cs typeface="Times New Roman" panose="02020603050405020304" pitchFamily="18" charset="0"/>
            </a:rPr>
            <a:t>Validation</a:t>
          </a:r>
          <a:endParaRPr lang="en-IN" dirty="0">
            <a:latin typeface="Times New Roman" panose="02020603050405020304" pitchFamily="18" charset="0"/>
            <a:cs typeface="Times New Roman" panose="02020603050405020304" pitchFamily="18" charset="0"/>
          </a:endParaRPr>
        </a:p>
      </dgm:t>
    </dgm:pt>
    <dgm:pt modelId="{63D4404B-88FA-47E1-8D55-78197F53C41D}" type="parTrans" cxnId="{5CA9ED84-9C92-4AD5-B4F3-D35E64F8EBF5}">
      <dgm:prSet/>
      <dgm:spPr/>
      <dgm:t>
        <a:bodyPr/>
        <a:lstStyle/>
        <a:p>
          <a:endParaRPr lang="en-IN"/>
        </a:p>
      </dgm:t>
    </dgm:pt>
    <dgm:pt modelId="{6645B0E6-8B3B-4BD1-B73B-69A167ACA267}" type="sibTrans" cxnId="{5CA9ED84-9C92-4AD5-B4F3-D35E64F8EBF5}">
      <dgm:prSet/>
      <dgm:spPr/>
      <dgm:t>
        <a:bodyPr/>
        <a:lstStyle/>
        <a:p>
          <a:endParaRPr lang="en-IN"/>
        </a:p>
      </dgm:t>
    </dgm:pt>
    <dgm:pt modelId="{417CC5A3-37F1-4832-882F-D3BC17E26584}">
      <dgm:prSet phldrT="[Text]"/>
      <dgm:spPr/>
      <dgm:t>
        <a:bodyPr/>
        <a:lstStyle/>
        <a:p>
          <a:r>
            <a:rPr lang="en-IN" b="1" dirty="0">
              <a:latin typeface="Times New Roman" panose="02020603050405020304" pitchFamily="18" charset="0"/>
              <a:cs typeface="Times New Roman" panose="02020603050405020304" pitchFamily="18" charset="0"/>
            </a:rPr>
            <a:t>Statistical and Modelling Approaches</a:t>
          </a:r>
          <a:endParaRPr lang="en-IN" dirty="0">
            <a:latin typeface="Times New Roman" panose="02020603050405020304" pitchFamily="18" charset="0"/>
            <a:cs typeface="Times New Roman" panose="02020603050405020304" pitchFamily="18" charset="0"/>
          </a:endParaRPr>
        </a:p>
      </dgm:t>
    </dgm:pt>
    <dgm:pt modelId="{11AD8F02-6A2D-4FC7-BA5B-C9401B2DD669}" type="parTrans" cxnId="{B1818576-453E-4647-BBF6-1FDA96B3A39C}">
      <dgm:prSet/>
      <dgm:spPr/>
      <dgm:t>
        <a:bodyPr/>
        <a:lstStyle/>
        <a:p>
          <a:endParaRPr lang="en-IN"/>
        </a:p>
      </dgm:t>
    </dgm:pt>
    <dgm:pt modelId="{9D21928F-6890-4BA7-A66A-590FA0CB7B0C}" type="sibTrans" cxnId="{B1818576-453E-4647-BBF6-1FDA96B3A39C}">
      <dgm:prSet/>
      <dgm:spPr/>
      <dgm:t>
        <a:bodyPr/>
        <a:lstStyle/>
        <a:p>
          <a:endParaRPr lang="en-IN"/>
        </a:p>
      </dgm:t>
    </dgm:pt>
    <dgm:pt modelId="{51DEFE0A-8530-45E1-9517-95A282B97901}" type="pres">
      <dgm:prSet presAssocID="{CD64EBF2-C8A3-47ED-8098-ADEFADFC62D0}" presName="outerComposite" presStyleCnt="0">
        <dgm:presLayoutVars>
          <dgm:chMax val="5"/>
          <dgm:dir/>
          <dgm:resizeHandles val="exact"/>
        </dgm:presLayoutVars>
      </dgm:prSet>
      <dgm:spPr/>
    </dgm:pt>
    <dgm:pt modelId="{C7215B2C-1766-41E3-BAEE-B57A74D9DE0D}" type="pres">
      <dgm:prSet presAssocID="{CD64EBF2-C8A3-47ED-8098-ADEFADFC62D0}" presName="dummyMaxCanvas" presStyleCnt="0">
        <dgm:presLayoutVars/>
      </dgm:prSet>
      <dgm:spPr/>
    </dgm:pt>
    <dgm:pt modelId="{EB788309-B48C-462E-8509-8F2A43D1B699}" type="pres">
      <dgm:prSet presAssocID="{CD64EBF2-C8A3-47ED-8098-ADEFADFC62D0}" presName="FourNodes_1" presStyleLbl="node1" presStyleIdx="0" presStyleCnt="4">
        <dgm:presLayoutVars>
          <dgm:bulletEnabled val="1"/>
        </dgm:presLayoutVars>
      </dgm:prSet>
      <dgm:spPr/>
    </dgm:pt>
    <dgm:pt modelId="{7D0135AF-B507-4FE4-B460-427A5686ABB2}" type="pres">
      <dgm:prSet presAssocID="{CD64EBF2-C8A3-47ED-8098-ADEFADFC62D0}" presName="FourNodes_2" presStyleLbl="node1" presStyleIdx="1" presStyleCnt="4">
        <dgm:presLayoutVars>
          <dgm:bulletEnabled val="1"/>
        </dgm:presLayoutVars>
      </dgm:prSet>
      <dgm:spPr/>
    </dgm:pt>
    <dgm:pt modelId="{FE445449-03D7-4E2F-A36F-3667CBFFF399}" type="pres">
      <dgm:prSet presAssocID="{CD64EBF2-C8A3-47ED-8098-ADEFADFC62D0}" presName="FourNodes_3" presStyleLbl="node1" presStyleIdx="2" presStyleCnt="4">
        <dgm:presLayoutVars>
          <dgm:bulletEnabled val="1"/>
        </dgm:presLayoutVars>
      </dgm:prSet>
      <dgm:spPr/>
    </dgm:pt>
    <dgm:pt modelId="{238D416A-FFD8-4C82-982D-E6F0EACF5999}" type="pres">
      <dgm:prSet presAssocID="{CD64EBF2-C8A3-47ED-8098-ADEFADFC62D0}" presName="FourNodes_4" presStyleLbl="node1" presStyleIdx="3" presStyleCnt="4">
        <dgm:presLayoutVars>
          <dgm:bulletEnabled val="1"/>
        </dgm:presLayoutVars>
      </dgm:prSet>
      <dgm:spPr/>
    </dgm:pt>
    <dgm:pt modelId="{40E47C16-B80B-443A-8447-AC2707E794B8}" type="pres">
      <dgm:prSet presAssocID="{CD64EBF2-C8A3-47ED-8098-ADEFADFC62D0}" presName="FourConn_1-2" presStyleLbl="fgAccFollowNode1" presStyleIdx="0" presStyleCnt="3">
        <dgm:presLayoutVars>
          <dgm:bulletEnabled val="1"/>
        </dgm:presLayoutVars>
      </dgm:prSet>
      <dgm:spPr/>
    </dgm:pt>
    <dgm:pt modelId="{85B9C822-5455-4E9D-A02F-396F4967D065}" type="pres">
      <dgm:prSet presAssocID="{CD64EBF2-C8A3-47ED-8098-ADEFADFC62D0}" presName="FourConn_2-3" presStyleLbl="fgAccFollowNode1" presStyleIdx="1" presStyleCnt="3">
        <dgm:presLayoutVars>
          <dgm:bulletEnabled val="1"/>
        </dgm:presLayoutVars>
      </dgm:prSet>
      <dgm:spPr/>
    </dgm:pt>
    <dgm:pt modelId="{FDBA6A37-99F1-453B-816B-1557E486607F}" type="pres">
      <dgm:prSet presAssocID="{CD64EBF2-C8A3-47ED-8098-ADEFADFC62D0}" presName="FourConn_3-4" presStyleLbl="fgAccFollowNode1" presStyleIdx="2" presStyleCnt="3">
        <dgm:presLayoutVars>
          <dgm:bulletEnabled val="1"/>
        </dgm:presLayoutVars>
      </dgm:prSet>
      <dgm:spPr/>
    </dgm:pt>
    <dgm:pt modelId="{327290C6-00F3-40AC-9691-D103F7CECC04}" type="pres">
      <dgm:prSet presAssocID="{CD64EBF2-C8A3-47ED-8098-ADEFADFC62D0}" presName="FourNodes_1_text" presStyleLbl="node1" presStyleIdx="3" presStyleCnt="4">
        <dgm:presLayoutVars>
          <dgm:bulletEnabled val="1"/>
        </dgm:presLayoutVars>
      </dgm:prSet>
      <dgm:spPr/>
    </dgm:pt>
    <dgm:pt modelId="{787C76B1-EE40-4089-AFE1-EDE30943D24B}" type="pres">
      <dgm:prSet presAssocID="{CD64EBF2-C8A3-47ED-8098-ADEFADFC62D0}" presName="FourNodes_2_text" presStyleLbl="node1" presStyleIdx="3" presStyleCnt="4">
        <dgm:presLayoutVars>
          <dgm:bulletEnabled val="1"/>
        </dgm:presLayoutVars>
      </dgm:prSet>
      <dgm:spPr/>
    </dgm:pt>
    <dgm:pt modelId="{40E93AC2-A4F5-4B04-A0DB-D9E9B16FC52D}" type="pres">
      <dgm:prSet presAssocID="{CD64EBF2-C8A3-47ED-8098-ADEFADFC62D0}" presName="FourNodes_3_text" presStyleLbl="node1" presStyleIdx="3" presStyleCnt="4">
        <dgm:presLayoutVars>
          <dgm:bulletEnabled val="1"/>
        </dgm:presLayoutVars>
      </dgm:prSet>
      <dgm:spPr/>
    </dgm:pt>
    <dgm:pt modelId="{9C4A1D85-A19E-4109-9992-094E8C5A4AD0}" type="pres">
      <dgm:prSet presAssocID="{CD64EBF2-C8A3-47ED-8098-ADEFADFC62D0}" presName="FourNodes_4_text" presStyleLbl="node1" presStyleIdx="3" presStyleCnt="4">
        <dgm:presLayoutVars>
          <dgm:bulletEnabled val="1"/>
        </dgm:presLayoutVars>
      </dgm:prSet>
      <dgm:spPr/>
    </dgm:pt>
  </dgm:ptLst>
  <dgm:cxnLst>
    <dgm:cxn modelId="{7B282901-F002-4796-A4EC-8EAAD8653B6D}" srcId="{CD64EBF2-C8A3-47ED-8098-ADEFADFC62D0}" destId="{841877FE-6E28-4E11-A2DA-F0332A8F695C}" srcOrd="0" destOrd="0" parTransId="{17CA12A5-66EA-4A42-A1AF-BDCCB9806D27}" sibTransId="{BBDBA6BF-D6C7-479C-884F-BB67CC92DC24}"/>
    <dgm:cxn modelId="{E72DF615-5016-410B-BCB7-8E8C11A5D2E6}" type="presOf" srcId="{417CC5A3-37F1-4832-882F-D3BC17E26584}" destId="{7D0135AF-B507-4FE4-B460-427A5686ABB2}" srcOrd="0" destOrd="0" presId="urn:microsoft.com/office/officeart/2005/8/layout/vProcess5"/>
    <dgm:cxn modelId="{F878401F-16B0-49BD-937B-460A490AD256}" type="presOf" srcId="{037C406A-FF19-4405-892E-71B16227D66C}" destId="{9C4A1D85-A19E-4109-9992-094E8C5A4AD0}" srcOrd="1" destOrd="0" presId="urn:microsoft.com/office/officeart/2005/8/layout/vProcess5"/>
    <dgm:cxn modelId="{662A8D35-BDC9-40B4-87B5-4DDBA95C4EB0}" type="presOf" srcId="{9D21928F-6890-4BA7-A66A-590FA0CB7B0C}" destId="{85B9C822-5455-4E9D-A02F-396F4967D065}" srcOrd="0" destOrd="0" presId="urn:microsoft.com/office/officeart/2005/8/layout/vProcess5"/>
    <dgm:cxn modelId="{B1818576-453E-4647-BBF6-1FDA96B3A39C}" srcId="{CD64EBF2-C8A3-47ED-8098-ADEFADFC62D0}" destId="{417CC5A3-37F1-4832-882F-D3BC17E26584}" srcOrd="1" destOrd="0" parTransId="{11AD8F02-6A2D-4FC7-BA5B-C9401B2DD669}" sibTransId="{9D21928F-6890-4BA7-A66A-590FA0CB7B0C}"/>
    <dgm:cxn modelId="{5CA9ED84-9C92-4AD5-B4F3-D35E64F8EBF5}" srcId="{CD64EBF2-C8A3-47ED-8098-ADEFADFC62D0}" destId="{037C406A-FF19-4405-892E-71B16227D66C}" srcOrd="3" destOrd="0" parTransId="{63D4404B-88FA-47E1-8D55-78197F53C41D}" sibTransId="{6645B0E6-8B3B-4BD1-B73B-69A167ACA267}"/>
    <dgm:cxn modelId="{BEEC3585-4726-446A-BEB2-5B57AEB57141}" type="presOf" srcId="{A9376E09-CE98-4C87-87A0-67424F9A83B6}" destId="{FDBA6A37-99F1-453B-816B-1557E486607F}" srcOrd="0" destOrd="0" presId="urn:microsoft.com/office/officeart/2005/8/layout/vProcess5"/>
    <dgm:cxn modelId="{7E9CED93-9465-46B1-8D7C-06A9388A5EF8}" type="presOf" srcId="{2604E99E-85D0-42B4-AC41-BE35F18E9A90}" destId="{40E93AC2-A4F5-4B04-A0DB-D9E9B16FC52D}" srcOrd="1" destOrd="0" presId="urn:microsoft.com/office/officeart/2005/8/layout/vProcess5"/>
    <dgm:cxn modelId="{3352429D-9257-4132-A0B1-98223ED9BC25}" type="presOf" srcId="{2604E99E-85D0-42B4-AC41-BE35F18E9A90}" destId="{FE445449-03D7-4E2F-A36F-3667CBFFF399}" srcOrd="0" destOrd="0" presId="urn:microsoft.com/office/officeart/2005/8/layout/vProcess5"/>
    <dgm:cxn modelId="{206F869D-1356-40BD-B185-2ECC81E6DDBD}" type="presOf" srcId="{417CC5A3-37F1-4832-882F-D3BC17E26584}" destId="{787C76B1-EE40-4089-AFE1-EDE30943D24B}" srcOrd="1" destOrd="0" presId="urn:microsoft.com/office/officeart/2005/8/layout/vProcess5"/>
    <dgm:cxn modelId="{F1A8E0B1-1696-43CF-BCB8-CA6484E1CB0B}" type="presOf" srcId="{037C406A-FF19-4405-892E-71B16227D66C}" destId="{238D416A-FFD8-4C82-982D-E6F0EACF5999}" srcOrd="0" destOrd="0" presId="urn:microsoft.com/office/officeart/2005/8/layout/vProcess5"/>
    <dgm:cxn modelId="{A059E2E1-9637-4772-96F6-F0221CA4D5A8}" type="presOf" srcId="{841877FE-6E28-4E11-A2DA-F0332A8F695C}" destId="{EB788309-B48C-462E-8509-8F2A43D1B699}" srcOrd="0" destOrd="0" presId="urn:microsoft.com/office/officeart/2005/8/layout/vProcess5"/>
    <dgm:cxn modelId="{D8891BE7-9C9C-48E0-86F3-7563DA7CA5A4}" type="presOf" srcId="{CD64EBF2-C8A3-47ED-8098-ADEFADFC62D0}" destId="{51DEFE0A-8530-45E1-9517-95A282B97901}" srcOrd="0" destOrd="0" presId="urn:microsoft.com/office/officeart/2005/8/layout/vProcess5"/>
    <dgm:cxn modelId="{3A2265F2-48EF-4E2F-BC4A-D7653750C3D3}" srcId="{CD64EBF2-C8A3-47ED-8098-ADEFADFC62D0}" destId="{2604E99E-85D0-42B4-AC41-BE35F18E9A90}" srcOrd="2" destOrd="0" parTransId="{8431A484-FE44-4FCA-9B21-C91C1BDDF6EF}" sibTransId="{A9376E09-CE98-4C87-87A0-67424F9A83B6}"/>
    <dgm:cxn modelId="{26D108F5-A500-42B6-9700-D3A74FB36D54}" type="presOf" srcId="{BBDBA6BF-D6C7-479C-884F-BB67CC92DC24}" destId="{40E47C16-B80B-443A-8447-AC2707E794B8}" srcOrd="0" destOrd="0" presId="urn:microsoft.com/office/officeart/2005/8/layout/vProcess5"/>
    <dgm:cxn modelId="{D6ADA1F9-1A37-4D68-A42F-88A27C148432}" type="presOf" srcId="{841877FE-6E28-4E11-A2DA-F0332A8F695C}" destId="{327290C6-00F3-40AC-9691-D103F7CECC04}" srcOrd="1" destOrd="0" presId="urn:microsoft.com/office/officeart/2005/8/layout/vProcess5"/>
    <dgm:cxn modelId="{FDB252FA-447A-4004-A146-307AC45D5549}" type="presParOf" srcId="{51DEFE0A-8530-45E1-9517-95A282B97901}" destId="{C7215B2C-1766-41E3-BAEE-B57A74D9DE0D}" srcOrd="0" destOrd="0" presId="urn:microsoft.com/office/officeart/2005/8/layout/vProcess5"/>
    <dgm:cxn modelId="{8354041C-ED5E-4A09-A56C-871E40F9FB0D}" type="presParOf" srcId="{51DEFE0A-8530-45E1-9517-95A282B97901}" destId="{EB788309-B48C-462E-8509-8F2A43D1B699}" srcOrd="1" destOrd="0" presId="urn:microsoft.com/office/officeart/2005/8/layout/vProcess5"/>
    <dgm:cxn modelId="{F7A63CE0-89E0-4DC0-877B-D65B36534A61}" type="presParOf" srcId="{51DEFE0A-8530-45E1-9517-95A282B97901}" destId="{7D0135AF-B507-4FE4-B460-427A5686ABB2}" srcOrd="2" destOrd="0" presId="urn:microsoft.com/office/officeart/2005/8/layout/vProcess5"/>
    <dgm:cxn modelId="{78541FB5-25FC-49A1-89CC-4C45998080B7}" type="presParOf" srcId="{51DEFE0A-8530-45E1-9517-95A282B97901}" destId="{FE445449-03D7-4E2F-A36F-3667CBFFF399}" srcOrd="3" destOrd="0" presId="urn:microsoft.com/office/officeart/2005/8/layout/vProcess5"/>
    <dgm:cxn modelId="{BC8722AF-F7F6-4D88-9842-398350558B63}" type="presParOf" srcId="{51DEFE0A-8530-45E1-9517-95A282B97901}" destId="{238D416A-FFD8-4C82-982D-E6F0EACF5999}" srcOrd="4" destOrd="0" presId="urn:microsoft.com/office/officeart/2005/8/layout/vProcess5"/>
    <dgm:cxn modelId="{B44BAA2E-B647-440A-BD19-12B5836E3595}" type="presParOf" srcId="{51DEFE0A-8530-45E1-9517-95A282B97901}" destId="{40E47C16-B80B-443A-8447-AC2707E794B8}" srcOrd="5" destOrd="0" presId="urn:microsoft.com/office/officeart/2005/8/layout/vProcess5"/>
    <dgm:cxn modelId="{6A0D40B0-4D9E-490D-B7D1-C95A93B77C32}" type="presParOf" srcId="{51DEFE0A-8530-45E1-9517-95A282B97901}" destId="{85B9C822-5455-4E9D-A02F-396F4967D065}" srcOrd="6" destOrd="0" presId="urn:microsoft.com/office/officeart/2005/8/layout/vProcess5"/>
    <dgm:cxn modelId="{081C38CE-429B-4248-8F6C-C336A01F7E64}" type="presParOf" srcId="{51DEFE0A-8530-45E1-9517-95A282B97901}" destId="{FDBA6A37-99F1-453B-816B-1557E486607F}" srcOrd="7" destOrd="0" presId="urn:microsoft.com/office/officeart/2005/8/layout/vProcess5"/>
    <dgm:cxn modelId="{051542A9-F052-433C-8869-0CFD3BFDFD7B}" type="presParOf" srcId="{51DEFE0A-8530-45E1-9517-95A282B97901}" destId="{327290C6-00F3-40AC-9691-D103F7CECC04}" srcOrd="8" destOrd="0" presId="urn:microsoft.com/office/officeart/2005/8/layout/vProcess5"/>
    <dgm:cxn modelId="{4E7C5FA4-5E14-4BD4-9D6C-33633BFA1E0B}" type="presParOf" srcId="{51DEFE0A-8530-45E1-9517-95A282B97901}" destId="{787C76B1-EE40-4089-AFE1-EDE30943D24B}" srcOrd="9" destOrd="0" presId="urn:microsoft.com/office/officeart/2005/8/layout/vProcess5"/>
    <dgm:cxn modelId="{9DAB8AE2-F14C-494B-AFB5-CFB069E978C9}" type="presParOf" srcId="{51DEFE0A-8530-45E1-9517-95A282B97901}" destId="{40E93AC2-A4F5-4B04-A0DB-D9E9B16FC52D}" srcOrd="10" destOrd="0" presId="urn:microsoft.com/office/officeart/2005/8/layout/vProcess5"/>
    <dgm:cxn modelId="{53D000E4-A8B5-43F0-AE4A-3E50593AE9E0}" type="presParOf" srcId="{51DEFE0A-8530-45E1-9517-95A282B97901}" destId="{9C4A1D85-A19E-4109-9992-094E8C5A4AD0}"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930FF8-A3C8-4BA7-A17A-8DDB7874862B}">
      <dsp:nvSpPr>
        <dsp:cNvPr id="0" name=""/>
        <dsp:cNvSpPr/>
      </dsp:nvSpPr>
      <dsp:spPr>
        <a:xfrm>
          <a:off x="4452261" y="2093305"/>
          <a:ext cx="2551912" cy="2344982"/>
        </a:xfrm>
        <a:prstGeom prst="ellipse">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u="none" kern="1200" dirty="0">
              <a:solidFill>
                <a:srgbClr val="000000"/>
              </a:solidFill>
              <a:latin typeface="Times New Roman" panose="02020603050405020304" pitchFamily="18" charset="0"/>
              <a:cs typeface="Times New Roman" panose="02020603050405020304" pitchFamily="18" charset="0"/>
            </a:rPr>
            <a:t>IDENTIFICATION OF RESEARCH GAP</a:t>
          </a:r>
        </a:p>
      </dsp:txBody>
      <dsp:txXfrm>
        <a:off x="4825980" y="2436720"/>
        <a:ext cx="1804474" cy="1658152"/>
      </dsp:txXfrm>
    </dsp:sp>
    <dsp:sp modelId="{664B7E9F-CC27-4EF9-9987-1E25B17D2211}">
      <dsp:nvSpPr>
        <dsp:cNvPr id="0" name=""/>
        <dsp:cNvSpPr/>
      </dsp:nvSpPr>
      <dsp:spPr>
        <a:xfrm rot="16200000">
          <a:off x="5607324" y="1958067"/>
          <a:ext cx="241785" cy="28690"/>
        </a:xfrm>
        <a:custGeom>
          <a:avLst/>
          <a:gdLst/>
          <a:ahLst/>
          <a:cxnLst/>
          <a:rect l="0" t="0" r="0" b="0"/>
          <a:pathLst>
            <a:path>
              <a:moveTo>
                <a:pt x="0" y="14345"/>
              </a:moveTo>
              <a:lnTo>
                <a:pt x="241785" y="14345"/>
              </a:lnTo>
            </a:path>
          </a:pathLst>
        </a:custGeom>
        <a:noFill/>
        <a:ln w="12700" cap="flat" cmpd="sng" algn="ctr">
          <a:solidFill>
            <a:schemeClr val="accent6">
              <a:lumMod val="10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722172" y="1966367"/>
        <a:ext cx="12089" cy="12089"/>
      </dsp:txXfrm>
    </dsp:sp>
    <dsp:sp modelId="{8C37ED95-4E20-4BCE-A8A5-4D9883DBF397}">
      <dsp:nvSpPr>
        <dsp:cNvPr id="0" name=""/>
        <dsp:cNvSpPr/>
      </dsp:nvSpPr>
      <dsp:spPr>
        <a:xfrm>
          <a:off x="4691695" y="-75110"/>
          <a:ext cx="2073044" cy="1926630"/>
        </a:xfrm>
        <a:prstGeom prst="ellips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u="none" kern="1200" dirty="0">
              <a:solidFill>
                <a:srgbClr val="000000"/>
              </a:solidFill>
              <a:latin typeface="Times New Roman" panose="02020603050405020304" pitchFamily="18" charset="0"/>
              <a:cs typeface="Times New Roman" panose="02020603050405020304" pitchFamily="18" charset="0"/>
            </a:rPr>
            <a:t>Lack of integrated air quality and climate models</a:t>
          </a:r>
        </a:p>
      </dsp:txBody>
      <dsp:txXfrm>
        <a:off x="4995285" y="207038"/>
        <a:ext cx="1465864" cy="1362334"/>
      </dsp:txXfrm>
    </dsp:sp>
    <dsp:sp modelId="{9D076B08-70A5-4D03-8D8A-48A9320EF368}">
      <dsp:nvSpPr>
        <dsp:cNvPr id="0" name=""/>
        <dsp:cNvSpPr/>
      </dsp:nvSpPr>
      <dsp:spPr>
        <a:xfrm rot="52596">
          <a:off x="7003978" y="3273364"/>
          <a:ext cx="312738" cy="28690"/>
        </a:xfrm>
        <a:custGeom>
          <a:avLst/>
          <a:gdLst/>
          <a:ahLst/>
          <a:cxnLst/>
          <a:rect l="0" t="0" r="0" b="0"/>
          <a:pathLst>
            <a:path>
              <a:moveTo>
                <a:pt x="0" y="14345"/>
              </a:moveTo>
              <a:lnTo>
                <a:pt x="312738" y="14345"/>
              </a:lnTo>
            </a:path>
          </a:pathLst>
        </a:custGeom>
        <a:noFill/>
        <a:ln w="12700" cap="flat" cmpd="sng" algn="ctr">
          <a:solidFill>
            <a:schemeClr val="accent6">
              <a:lumMod val="10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7152529" y="3279890"/>
        <a:ext cx="15636" cy="15636"/>
      </dsp:txXfrm>
    </dsp:sp>
    <dsp:sp modelId="{B11F4D9B-1CC4-4183-9A0D-736D4507B258}">
      <dsp:nvSpPr>
        <dsp:cNvPr id="0" name=""/>
        <dsp:cNvSpPr/>
      </dsp:nvSpPr>
      <dsp:spPr>
        <a:xfrm>
          <a:off x="7316558" y="2324103"/>
          <a:ext cx="2101001" cy="1964137"/>
        </a:xfrm>
        <a:prstGeom prst="ellips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u="none" kern="1200" dirty="0">
              <a:solidFill>
                <a:srgbClr val="000000"/>
              </a:solidFill>
              <a:latin typeface="Times New Roman" panose="02020603050405020304" pitchFamily="18" charset="0"/>
              <a:cs typeface="Times New Roman" panose="02020603050405020304" pitchFamily="18" charset="0"/>
            </a:rPr>
            <a:t>Limited temporal and spatial data analysis</a:t>
          </a:r>
        </a:p>
      </dsp:txBody>
      <dsp:txXfrm>
        <a:off x="7624242" y="2611744"/>
        <a:ext cx="1485633" cy="1388855"/>
      </dsp:txXfrm>
    </dsp:sp>
    <dsp:sp modelId="{75F4A3FD-0051-4AC8-A43C-E4C36875BBF6}">
      <dsp:nvSpPr>
        <dsp:cNvPr id="0" name=""/>
        <dsp:cNvSpPr/>
      </dsp:nvSpPr>
      <dsp:spPr>
        <a:xfrm rot="5400000">
          <a:off x="5657934" y="4494225"/>
          <a:ext cx="140566" cy="28690"/>
        </a:xfrm>
        <a:custGeom>
          <a:avLst/>
          <a:gdLst/>
          <a:ahLst/>
          <a:cxnLst/>
          <a:rect l="0" t="0" r="0" b="0"/>
          <a:pathLst>
            <a:path>
              <a:moveTo>
                <a:pt x="0" y="14345"/>
              </a:moveTo>
              <a:lnTo>
                <a:pt x="140566" y="14345"/>
              </a:lnTo>
            </a:path>
          </a:pathLst>
        </a:custGeom>
        <a:noFill/>
        <a:ln w="12700" cap="flat" cmpd="sng" algn="ctr">
          <a:solidFill>
            <a:schemeClr val="accent6">
              <a:lumMod val="10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724703" y="4505056"/>
        <a:ext cx="7028" cy="7028"/>
      </dsp:txXfrm>
    </dsp:sp>
    <dsp:sp modelId="{B262353A-9AEB-4C68-A148-F3730FF79142}">
      <dsp:nvSpPr>
        <dsp:cNvPr id="0" name=""/>
        <dsp:cNvSpPr/>
      </dsp:nvSpPr>
      <dsp:spPr>
        <a:xfrm>
          <a:off x="4664413" y="4578854"/>
          <a:ext cx="2127607" cy="2129068"/>
        </a:xfrm>
        <a:prstGeom prst="ellips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u="none" kern="1200" dirty="0">
              <a:solidFill>
                <a:srgbClr val="000000"/>
              </a:solidFill>
              <a:latin typeface="Times New Roman" panose="02020603050405020304" pitchFamily="18" charset="0"/>
              <a:cs typeface="Times New Roman" panose="02020603050405020304" pitchFamily="18" charset="0"/>
            </a:rPr>
            <a:t>Ineffective assessment of existing policies</a:t>
          </a:r>
        </a:p>
      </dsp:txBody>
      <dsp:txXfrm>
        <a:off x="4975994" y="4890649"/>
        <a:ext cx="1504445" cy="1505478"/>
      </dsp:txXfrm>
    </dsp:sp>
    <dsp:sp modelId="{89360B9E-161C-46D5-B1EB-8EA1D643C9CE}">
      <dsp:nvSpPr>
        <dsp:cNvPr id="0" name=""/>
        <dsp:cNvSpPr/>
      </dsp:nvSpPr>
      <dsp:spPr>
        <a:xfrm rot="10748052">
          <a:off x="4106848" y="3273342"/>
          <a:ext cx="345604" cy="28690"/>
        </a:xfrm>
        <a:custGeom>
          <a:avLst/>
          <a:gdLst/>
          <a:ahLst/>
          <a:cxnLst/>
          <a:rect l="0" t="0" r="0" b="0"/>
          <a:pathLst>
            <a:path>
              <a:moveTo>
                <a:pt x="0" y="14345"/>
              </a:moveTo>
              <a:lnTo>
                <a:pt x="345604" y="14345"/>
              </a:lnTo>
            </a:path>
          </a:pathLst>
        </a:custGeom>
        <a:noFill/>
        <a:ln w="12700" cap="flat" cmpd="sng" algn="ctr">
          <a:solidFill>
            <a:schemeClr val="accent6">
              <a:lumMod val="10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rot="10800000">
        <a:off x="4271010" y="3279047"/>
        <a:ext cx="17280" cy="17280"/>
      </dsp:txXfrm>
    </dsp:sp>
    <dsp:sp modelId="{0A11EBBA-39A1-43E6-A67F-AF6A7BF6AD79}">
      <dsp:nvSpPr>
        <dsp:cNvPr id="0" name=""/>
        <dsp:cNvSpPr/>
      </dsp:nvSpPr>
      <dsp:spPr>
        <a:xfrm>
          <a:off x="2006412" y="2283177"/>
          <a:ext cx="2100581" cy="2045982"/>
        </a:xfrm>
        <a:prstGeom prst="ellips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kern="1200" dirty="0">
              <a:solidFill>
                <a:schemeClr val="tx1"/>
              </a:solidFill>
              <a:latin typeface="Times New Roman" panose="02020603050405020304" pitchFamily="18" charset="0"/>
              <a:cs typeface="Times New Roman" panose="02020603050405020304" pitchFamily="18" charset="0"/>
            </a:rPr>
            <a:t>Overlooked Environment specific approach</a:t>
          </a:r>
          <a:endParaRPr lang="en-IN" sz="2000" b="0" u="none" kern="1200" dirty="0">
            <a:solidFill>
              <a:schemeClr val="tx1"/>
            </a:solidFill>
            <a:latin typeface="Times New Roman" panose="02020603050405020304" pitchFamily="18" charset="0"/>
            <a:cs typeface="Times New Roman" panose="02020603050405020304" pitchFamily="18" charset="0"/>
          </a:endParaRPr>
        </a:p>
      </dsp:txBody>
      <dsp:txXfrm>
        <a:off x="2314035" y="2582804"/>
        <a:ext cx="1485335" cy="14467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554C6-9C2C-40FC-A095-20405ADA88B5}">
      <dsp:nvSpPr>
        <dsp:cNvPr id="0" name=""/>
        <dsp:cNvSpPr/>
      </dsp:nvSpPr>
      <dsp:spPr>
        <a:xfrm>
          <a:off x="0" y="441239"/>
          <a:ext cx="9800609" cy="7308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7C75364-B67F-4293-B006-1077071492F8}">
      <dsp:nvSpPr>
        <dsp:cNvPr id="0" name=""/>
        <dsp:cNvSpPr/>
      </dsp:nvSpPr>
      <dsp:spPr>
        <a:xfrm>
          <a:off x="490030" y="13199"/>
          <a:ext cx="9282705" cy="856080"/>
        </a:xfrm>
        <a:prstGeom prst="roundRect">
          <a:avLst/>
        </a:prstGeom>
        <a:solidFill>
          <a:schemeClr val="accent3">
            <a:lumMod val="60000"/>
            <a:lumOff val="4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9308" tIns="0" rIns="259308"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rgbClr val="000000"/>
              </a:solidFill>
              <a:latin typeface="Times New Roman" panose="02020603050405020304" pitchFamily="18" charset="0"/>
              <a:cs typeface="Times New Roman" panose="02020603050405020304" pitchFamily="18" charset="0"/>
            </a:rPr>
            <a:t>1.To analyze spatio-temporal variations in Air Quality Index (AQI) across Pune city.</a:t>
          </a:r>
          <a:endParaRPr lang="en-IN" sz="2400" kern="1200" dirty="0">
            <a:solidFill>
              <a:srgbClr val="000000"/>
            </a:solidFill>
            <a:latin typeface="Times New Roman" panose="02020603050405020304" pitchFamily="18" charset="0"/>
            <a:cs typeface="Times New Roman" panose="02020603050405020304" pitchFamily="18" charset="0"/>
          </a:endParaRPr>
        </a:p>
      </dsp:txBody>
      <dsp:txXfrm>
        <a:off x="531820" y="54989"/>
        <a:ext cx="9199125" cy="772500"/>
      </dsp:txXfrm>
    </dsp:sp>
    <dsp:sp modelId="{4905FC97-A762-480B-8F3F-33D1CE24BCCB}">
      <dsp:nvSpPr>
        <dsp:cNvPr id="0" name=""/>
        <dsp:cNvSpPr/>
      </dsp:nvSpPr>
      <dsp:spPr>
        <a:xfrm>
          <a:off x="0" y="1756679"/>
          <a:ext cx="9800609" cy="730800"/>
        </a:xfrm>
        <a:prstGeom prst="rect">
          <a:avLst/>
        </a:prstGeom>
        <a:solidFill>
          <a:schemeClr val="lt1">
            <a:alpha val="90000"/>
            <a:hueOff val="0"/>
            <a:satOff val="0"/>
            <a:lumOff val="0"/>
            <a:alphaOff val="0"/>
          </a:schemeClr>
        </a:solidFill>
        <a:ln w="6350" cap="flat" cmpd="sng" algn="ctr">
          <a:solidFill>
            <a:schemeClr val="accent2">
              <a:hueOff val="1294820"/>
              <a:satOff val="-2784"/>
              <a:lumOff val="9804"/>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0AC93DB-362B-41EF-B551-AB8F5DB3CB89}">
      <dsp:nvSpPr>
        <dsp:cNvPr id="0" name=""/>
        <dsp:cNvSpPr/>
      </dsp:nvSpPr>
      <dsp:spPr>
        <a:xfrm>
          <a:off x="488116" y="1328639"/>
          <a:ext cx="9311501" cy="856080"/>
        </a:xfrm>
        <a:prstGeom prst="roundRect">
          <a:avLst/>
        </a:prstGeom>
        <a:solidFill>
          <a:schemeClr val="accent3">
            <a:lumMod val="60000"/>
            <a:lumOff val="4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9308" tIns="0" rIns="259308"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rgbClr val="000000"/>
              </a:solidFill>
              <a:latin typeface="Times New Roman" panose="02020603050405020304" pitchFamily="18" charset="0"/>
              <a:cs typeface="Times New Roman" panose="02020603050405020304" pitchFamily="18" charset="0"/>
            </a:rPr>
            <a:t>2.To examine the influence of changing climatic parameters on the concentration, dispersion and persistence of air pollutants.</a:t>
          </a:r>
          <a:endParaRPr lang="en-IN" sz="2400" kern="1200" dirty="0">
            <a:solidFill>
              <a:srgbClr val="000000"/>
            </a:solidFill>
            <a:latin typeface="Times New Roman" panose="02020603050405020304" pitchFamily="18" charset="0"/>
            <a:cs typeface="Times New Roman" panose="02020603050405020304" pitchFamily="18" charset="0"/>
          </a:endParaRPr>
        </a:p>
      </dsp:txBody>
      <dsp:txXfrm>
        <a:off x="529906" y="1370429"/>
        <a:ext cx="9227921" cy="772500"/>
      </dsp:txXfrm>
    </dsp:sp>
    <dsp:sp modelId="{86E929C4-2E2B-4271-B724-57FA07011DE2}">
      <dsp:nvSpPr>
        <dsp:cNvPr id="0" name=""/>
        <dsp:cNvSpPr/>
      </dsp:nvSpPr>
      <dsp:spPr>
        <a:xfrm>
          <a:off x="0" y="3072119"/>
          <a:ext cx="9800609" cy="730800"/>
        </a:xfrm>
        <a:prstGeom prst="rect">
          <a:avLst/>
        </a:prstGeom>
        <a:solidFill>
          <a:schemeClr val="lt1">
            <a:alpha val="90000"/>
            <a:hueOff val="0"/>
            <a:satOff val="0"/>
            <a:lumOff val="0"/>
            <a:alphaOff val="0"/>
          </a:schemeClr>
        </a:solidFill>
        <a:ln w="6350" cap="flat" cmpd="sng" algn="ctr">
          <a:solidFill>
            <a:schemeClr val="accent2">
              <a:hueOff val="2589641"/>
              <a:satOff val="-5568"/>
              <a:lumOff val="19608"/>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ECB8112-1B8C-4A00-B01E-73BFBB241A76}">
      <dsp:nvSpPr>
        <dsp:cNvPr id="0" name=""/>
        <dsp:cNvSpPr/>
      </dsp:nvSpPr>
      <dsp:spPr>
        <a:xfrm>
          <a:off x="490030" y="2644079"/>
          <a:ext cx="9282705" cy="856080"/>
        </a:xfrm>
        <a:prstGeom prst="roundRect">
          <a:avLst/>
        </a:prstGeom>
        <a:solidFill>
          <a:schemeClr val="accent3">
            <a:lumMod val="60000"/>
            <a:lumOff val="4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9308" tIns="0" rIns="259308"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rgbClr val="000000"/>
              </a:solidFill>
              <a:latin typeface="Times New Roman" panose="02020603050405020304" pitchFamily="18" charset="0"/>
              <a:cs typeface="Times New Roman" panose="02020603050405020304" pitchFamily="18" charset="0"/>
            </a:rPr>
            <a:t>3.To investigate the interrelationship between air pollution and urban environment with a focus on vulnerable urban zones.</a:t>
          </a:r>
          <a:endParaRPr lang="en-IN" sz="2400" kern="1200" dirty="0">
            <a:solidFill>
              <a:srgbClr val="000000"/>
            </a:solidFill>
            <a:latin typeface="Times New Roman" panose="02020603050405020304" pitchFamily="18" charset="0"/>
            <a:cs typeface="Times New Roman" panose="02020603050405020304" pitchFamily="18" charset="0"/>
          </a:endParaRPr>
        </a:p>
      </dsp:txBody>
      <dsp:txXfrm>
        <a:off x="531820" y="2685869"/>
        <a:ext cx="9199125" cy="772500"/>
      </dsp:txXfrm>
    </dsp:sp>
    <dsp:sp modelId="{53D9FD20-DE94-42F2-A16A-2690246A6344}">
      <dsp:nvSpPr>
        <dsp:cNvPr id="0" name=""/>
        <dsp:cNvSpPr/>
      </dsp:nvSpPr>
      <dsp:spPr>
        <a:xfrm>
          <a:off x="0" y="4387558"/>
          <a:ext cx="9800609" cy="730800"/>
        </a:xfrm>
        <a:prstGeom prst="rect">
          <a:avLst/>
        </a:prstGeom>
        <a:solidFill>
          <a:schemeClr val="lt1">
            <a:alpha val="90000"/>
            <a:hueOff val="0"/>
            <a:satOff val="0"/>
            <a:lumOff val="0"/>
            <a:alphaOff val="0"/>
          </a:schemeClr>
        </a:solidFill>
        <a:ln w="6350" cap="flat" cmpd="sng" algn="ctr">
          <a:solidFill>
            <a:schemeClr val="accent2">
              <a:hueOff val="3884461"/>
              <a:satOff val="-8352"/>
              <a:lumOff val="29412"/>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629B627-B1ED-4190-AB43-65C409D1E95E}">
      <dsp:nvSpPr>
        <dsp:cNvPr id="0" name=""/>
        <dsp:cNvSpPr/>
      </dsp:nvSpPr>
      <dsp:spPr>
        <a:xfrm>
          <a:off x="466581" y="3959519"/>
          <a:ext cx="9331625" cy="856080"/>
        </a:xfrm>
        <a:prstGeom prst="roundRect">
          <a:avLst/>
        </a:prstGeom>
        <a:solidFill>
          <a:schemeClr val="accent3">
            <a:lumMod val="60000"/>
            <a:lumOff val="4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9308" tIns="0" rIns="259308"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rgbClr val="000000"/>
              </a:solidFill>
              <a:latin typeface="Times New Roman" panose="02020603050405020304" pitchFamily="18" charset="0"/>
              <a:cs typeface="Times New Roman" panose="02020603050405020304" pitchFamily="18" charset="0"/>
            </a:rPr>
            <a:t>4.To suggest sustainable ways to improve air quality and urban climate using spatial tools. </a:t>
          </a:r>
          <a:endParaRPr lang="en-IN" sz="2400" kern="1200" dirty="0">
            <a:solidFill>
              <a:srgbClr val="000000"/>
            </a:solidFill>
            <a:latin typeface="Times New Roman" panose="02020603050405020304" pitchFamily="18" charset="0"/>
            <a:cs typeface="Times New Roman" panose="02020603050405020304" pitchFamily="18" charset="0"/>
          </a:endParaRPr>
        </a:p>
      </dsp:txBody>
      <dsp:txXfrm>
        <a:off x="508371" y="4001309"/>
        <a:ext cx="9248045" cy="772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3C9340-7392-400B-89F9-B527C4975156}">
      <dsp:nvSpPr>
        <dsp:cNvPr id="0" name=""/>
        <dsp:cNvSpPr/>
      </dsp:nvSpPr>
      <dsp:spPr>
        <a:xfrm>
          <a:off x="-7755416" y="-1184976"/>
          <a:ext cx="9227952" cy="9227952"/>
        </a:xfrm>
        <a:prstGeom prst="blockArc">
          <a:avLst>
            <a:gd name="adj1" fmla="val 18900000"/>
            <a:gd name="adj2" fmla="val 2700000"/>
            <a:gd name="adj3" fmla="val 234"/>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0F5382-712C-475B-AF41-CF764B4F546D}">
      <dsp:nvSpPr>
        <dsp:cNvPr id="0" name=""/>
        <dsp:cNvSpPr/>
      </dsp:nvSpPr>
      <dsp:spPr>
        <a:xfrm>
          <a:off x="770279" y="527243"/>
          <a:ext cx="9061480" cy="1055034"/>
        </a:xfrm>
        <a:prstGeom prst="rect">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7434"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solidFill>
                <a:srgbClr val="000000"/>
              </a:solidFill>
              <a:latin typeface="Times New Roman" panose="02020603050405020304" pitchFamily="18" charset="0"/>
              <a:cs typeface="Times New Roman" panose="02020603050405020304" pitchFamily="18" charset="0"/>
            </a:rPr>
            <a:t>What are the </a:t>
          </a:r>
          <a:r>
            <a:rPr lang="en-IN" sz="2000" kern="1200" dirty="0" err="1">
              <a:solidFill>
                <a:srgbClr val="000000"/>
              </a:solidFill>
              <a:latin typeface="Times New Roman" panose="02020603050405020304" pitchFamily="18" charset="0"/>
              <a:cs typeface="Times New Roman" panose="02020603050405020304" pitchFamily="18" charset="0"/>
            </a:rPr>
            <a:t>spatio</a:t>
          </a:r>
          <a:r>
            <a:rPr lang="en-IN" sz="2000" kern="1200" dirty="0">
              <a:solidFill>
                <a:srgbClr val="000000"/>
              </a:solidFill>
              <a:latin typeface="Times New Roman" panose="02020603050405020304" pitchFamily="18" charset="0"/>
              <a:cs typeface="Times New Roman" panose="02020603050405020304" pitchFamily="18" charset="0"/>
            </a:rPr>
            <a:t>-temporal patterns of the Air Quality Index (AQI) in Pune city, and how does the integration of ground-based monitoring data with satellite observations enhance the understanding of these patterns?</a:t>
          </a:r>
          <a:endParaRPr lang="en-IN" sz="2000" b="0" kern="1200" dirty="0">
            <a:solidFill>
              <a:srgbClr val="000000"/>
            </a:solidFill>
            <a:latin typeface="Times New Roman" panose="02020603050405020304" pitchFamily="18" charset="0"/>
            <a:cs typeface="Times New Roman" panose="02020603050405020304" pitchFamily="18" charset="0"/>
          </a:endParaRPr>
        </a:p>
      </dsp:txBody>
      <dsp:txXfrm>
        <a:off x="770279" y="527243"/>
        <a:ext cx="9061480" cy="1055034"/>
      </dsp:txXfrm>
    </dsp:sp>
    <dsp:sp modelId="{8EF831FD-BEB2-47EF-BDB7-C9BBB1D2825A}">
      <dsp:nvSpPr>
        <dsp:cNvPr id="0" name=""/>
        <dsp:cNvSpPr/>
      </dsp:nvSpPr>
      <dsp:spPr>
        <a:xfrm>
          <a:off x="110882" y="395363"/>
          <a:ext cx="1318793" cy="1318793"/>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F42D18-14C4-4097-923B-A0642A725AE1}">
      <dsp:nvSpPr>
        <dsp:cNvPr id="0" name=""/>
        <dsp:cNvSpPr/>
      </dsp:nvSpPr>
      <dsp:spPr>
        <a:xfrm>
          <a:off x="1375155" y="2110069"/>
          <a:ext cx="8456605" cy="1055034"/>
        </a:xfrm>
        <a:prstGeom prst="rect">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7434"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solidFill>
                <a:srgbClr val="000000"/>
              </a:solidFill>
              <a:latin typeface="Times New Roman" panose="02020603050405020304" pitchFamily="18" charset="0"/>
              <a:cs typeface="Times New Roman" panose="02020603050405020304" pitchFamily="18" charset="0"/>
            </a:rPr>
            <a:t>What is the relationship between key climatic variables and the behaviour of air pollutants in terms of their concentration, dispersion, and persistence in the urban environment of Pune?</a:t>
          </a:r>
          <a:endParaRPr lang="en-IN" sz="2000" b="0" kern="1200" dirty="0">
            <a:solidFill>
              <a:srgbClr val="000000"/>
            </a:solidFill>
            <a:latin typeface="Times New Roman" panose="02020603050405020304" pitchFamily="18" charset="0"/>
            <a:cs typeface="Times New Roman" panose="02020603050405020304" pitchFamily="18" charset="0"/>
          </a:endParaRPr>
        </a:p>
      </dsp:txBody>
      <dsp:txXfrm>
        <a:off x="1375155" y="2110069"/>
        <a:ext cx="8456605" cy="1055034"/>
      </dsp:txXfrm>
    </dsp:sp>
    <dsp:sp modelId="{AC14E270-A6B1-4A32-8B17-92AC250F163D}">
      <dsp:nvSpPr>
        <dsp:cNvPr id="0" name=""/>
        <dsp:cNvSpPr/>
      </dsp:nvSpPr>
      <dsp:spPr>
        <a:xfrm>
          <a:off x="715758" y="1978190"/>
          <a:ext cx="1318793" cy="1318793"/>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67172F-02B6-45D4-9A31-70E11B43DF18}">
      <dsp:nvSpPr>
        <dsp:cNvPr id="0" name=""/>
        <dsp:cNvSpPr/>
      </dsp:nvSpPr>
      <dsp:spPr>
        <a:xfrm>
          <a:off x="1375155" y="3679243"/>
          <a:ext cx="8456605" cy="1055034"/>
        </a:xfrm>
        <a:prstGeom prst="rect">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7434"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solidFill>
                <a:srgbClr val="000000"/>
              </a:solidFill>
              <a:latin typeface="Times New Roman" panose="02020603050405020304" pitchFamily="18" charset="0"/>
              <a:cs typeface="Times New Roman" panose="02020603050405020304" pitchFamily="18" charset="0"/>
            </a:rPr>
            <a:t>How do air pollution and urban climate resilience influence each other in Pune city, and what are the consequences for vulnerable areas and population exposure?</a:t>
          </a:r>
          <a:endParaRPr lang="en-IN" sz="2000" b="0" kern="1200" dirty="0">
            <a:solidFill>
              <a:srgbClr val="000000"/>
            </a:solidFill>
            <a:latin typeface="Times New Roman" panose="02020603050405020304" pitchFamily="18" charset="0"/>
            <a:cs typeface="Times New Roman" panose="02020603050405020304" pitchFamily="18" charset="0"/>
          </a:endParaRPr>
        </a:p>
      </dsp:txBody>
      <dsp:txXfrm>
        <a:off x="1375155" y="3679243"/>
        <a:ext cx="8456605" cy="1055034"/>
      </dsp:txXfrm>
    </dsp:sp>
    <dsp:sp modelId="{E9379E17-4CEB-44B9-A588-F035D8E774BD}">
      <dsp:nvSpPr>
        <dsp:cNvPr id="0" name=""/>
        <dsp:cNvSpPr/>
      </dsp:nvSpPr>
      <dsp:spPr>
        <a:xfrm>
          <a:off x="715758" y="3561016"/>
          <a:ext cx="1318793" cy="1318793"/>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D0270B-ECF1-49B6-A945-B1EBFC1C2AC8}">
      <dsp:nvSpPr>
        <dsp:cNvPr id="0" name=""/>
        <dsp:cNvSpPr/>
      </dsp:nvSpPr>
      <dsp:spPr>
        <a:xfrm>
          <a:off x="770279" y="5275722"/>
          <a:ext cx="9061480" cy="1055034"/>
        </a:xfrm>
        <a:prstGeom prst="rect">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7434"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solidFill>
                <a:srgbClr val="000000"/>
              </a:solidFill>
              <a:latin typeface="Times New Roman" panose="02020603050405020304" pitchFamily="18" charset="0"/>
              <a:cs typeface="Times New Roman" panose="02020603050405020304" pitchFamily="18" charset="0"/>
            </a:rPr>
            <a:t>How can spatial decision support systems be utilized to develop and prioritize sustainable mitigation strategies and planning interventions for improving air quality and urban climate resilience in Pune city?</a:t>
          </a:r>
          <a:endParaRPr lang="en-IN" sz="2000" b="0" kern="1200" dirty="0">
            <a:solidFill>
              <a:srgbClr val="000000"/>
            </a:solidFill>
            <a:latin typeface="Times New Roman" panose="02020603050405020304" pitchFamily="18" charset="0"/>
            <a:cs typeface="Times New Roman" panose="02020603050405020304" pitchFamily="18" charset="0"/>
          </a:endParaRPr>
        </a:p>
      </dsp:txBody>
      <dsp:txXfrm>
        <a:off x="770279" y="5275722"/>
        <a:ext cx="9061480" cy="1055034"/>
      </dsp:txXfrm>
    </dsp:sp>
    <dsp:sp modelId="{A80488AF-AC98-430B-B654-75E96E14196C}">
      <dsp:nvSpPr>
        <dsp:cNvPr id="0" name=""/>
        <dsp:cNvSpPr/>
      </dsp:nvSpPr>
      <dsp:spPr>
        <a:xfrm>
          <a:off x="110882" y="5143842"/>
          <a:ext cx="1318793" cy="1318793"/>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D5F52B-A9FB-4695-97CF-4404C6F2B11E}">
      <dsp:nvSpPr>
        <dsp:cNvPr id="0" name=""/>
        <dsp:cNvSpPr/>
      </dsp:nvSpPr>
      <dsp:spPr>
        <a:xfrm>
          <a:off x="3483" y="107383"/>
          <a:ext cx="3396538" cy="705913"/>
        </a:xfrm>
        <a:prstGeom prst="rect">
          <a:avLst/>
        </a:prstGeom>
        <a:solidFill>
          <a:schemeClr val="tx1">
            <a:lumMod val="20000"/>
            <a:lumOff val="8000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IN" sz="2300" b="1" kern="1200" dirty="0">
              <a:solidFill>
                <a:srgbClr val="000000"/>
              </a:solidFill>
              <a:latin typeface="Times New Roman" panose="02020603050405020304" pitchFamily="18" charset="0"/>
              <a:cs typeface="Times New Roman" panose="02020603050405020304" pitchFamily="18" charset="0"/>
            </a:rPr>
            <a:t>A. Air Quality </a:t>
          </a:r>
        </a:p>
      </dsp:txBody>
      <dsp:txXfrm>
        <a:off x="3483" y="107383"/>
        <a:ext cx="3396538" cy="705913"/>
      </dsp:txXfrm>
    </dsp:sp>
    <dsp:sp modelId="{9A72B4EA-264E-4E2B-9B58-9F97ECE749B2}">
      <dsp:nvSpPr>
        <dsp:cNvPr id="0" name=""/>
        <dsp:cNvSpPr/>
      </dsp:nvSpPr>
      <dsp:spPr>
        <a:xfrm>
          <a:off x="3483" y="813296"/>
          <a:ext cx="3396538" cy="5094400"/>
        </a:xfrm>
        <a:prstGeom prst="rect">
          <a:avLst/>
        </a:prstGeom>
        <a:solidFill>
          <a:schemeClr val="accent3">
            <a:lumMod val="20000"/>
            <a:lumOff val="80000"/>
            <a:alpha val="9000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150000"/>
            </a:lnSpc>
            <a:spcBef>
              <a:spcPct val="0"/>
            </a:spcBef>
            <a:spcAft>
              <a:spcPct val="15000"/>
            </a:spcAft>
            <a:buChar char="•"/>
          </a:pPr>
          <a:r>
            <a:rPr lang="en-US" sz="2300" kern="1200" dirty="0">
              <a:solidFill>
                <a:srgbClr val="000000"/>
              </a:solidFill>
              <a:latin typeface="Times New Roman" panose="02020603050405020304" pitchFamily="18" charset="0"/>
              <a:cs typeface="Times New Roman" panose="02020603050405020304" pitchFamily="18" charset="0"/>
            </a:rPr>
            <a:t>Daily or monthly pollutant data (PM2.5, PM10, NO₂, SO₂, CO, O₃) for 3–5 years from </a:t>
          </a:r>
          <a:endParaRPr lang="en-IN" sz="2300" kern="1200" dirty="0">
            <a:solidFill>
              <a:srgbClr val="000000"/>
            </a:solidFill>
            <a:latin typeface="Times New Roman" panose="02020603050405020304" pitchFamily="18" charset="0"/>
            <a:cs typeface="Times New Roman" panose="02020603050405020304" pitchFamily="18" charset="0"/>
          </a:endParaRPr>
        </a:p>
        <a:p>
          <a:pPr marL="228600" lvl="1" indent="-228600" algn="l" defTabSz="1022350">
            <a:lnSpc>
              <a:spcPct val="150000"/>
            </a:lnSpc>
            <a:spcBef>
              <a:spcPct val="0"/>
            </a:spcBef>
            <a:spcAft>
              <a:spcPct val="15000"/>
            </a:spcAft>
            <a:buChar char="•"/>
          </a:pPr>
          <a:r>
            <a:rPr lang="en-IN" sz="2300" kern="1200" dirty="0">
              <a:solidFill>
                <a:srgbClr val="000000"/>
              </a:solidFill>
              <a:latin typeface="Times New Roman" panose="02020603050405020304" pitchFamily="18" charset="0"/>
              <a:cs typeface="Times New Roman" panose="02020603050405020304" pitchFamily="18" charset="0"/>
            </a:rPr>
            <a:t>CPCB, MPCB continuous air monitoring stations (CAMS)</a:t>
          </a:r>
          <a:r>
            <a:rPr lang="en-IN" sz="2300" kern="1200" dirty="0"/>
            <a:t> </a:t>
          </a:r>
          <a:endParaRPr lang="en-IN" sz="2300" kern="1200" dirty="0">
            <a:solidFill>
              <a:srgbClr val="000000"/>
            </a:solidFill>
            <a:latin typeface="Times New Roman" panose="02020603050405020304" pitchFamily="18" charset="0"/>
            <a:cs typeface="Times New Roman" panose="02020603050405020304" pitchFamily="18" charset="0"/>
          </a:endParaRPr>
        </a:p>
        <a:p>
          <a:pPr marL="228600" lvl="1" indent="-228600" algn="l" defTabSz="1022350">
            <a:lnSpc>
              <a:spcPct val="150000"/>
            </a:lnSpc>
            <a:spcBef>
              <a:spcPct val="0"/>
            </a:spcBef>
            <a:spcAft>
              <a:spcPct val="15000"/>
            </a:spcAft>
            <a:buChar char="•"/>
          </a:pPr>
          <a:r>
            <a:rPr lang="en-IN" sz="2300" kern="1200" dirty="0">
              <a:solidFill>
                <a:srgbClr val="000000"/>
              </a:solidFill>
              <a:latin typeface="Times New Roman" panose="02020603050405020304" pitchFamily="18" charset="0"/>
              <a:cs typeface="Times New Roman" panose="02020603050405020304" pitchFamily="18" charset="0"/>
            </a:rPr>
            <a:t>SAFAR Pune</a:t>
          </a:r>
        </a:p>
      </dsp:txBody>
      <dsp:txXfrm>
        <a:off x="3483" y="813296"/>
        <a:ext cx="3396538" cy="5094400"/>
      </dsp:txXfrm>
    </dsp:sp>
    <dsp:sp modelId="{C404B19A-D5E9-4473-9AC6-DA3DC2004FC2}">
      <dsp:nvSpPr>
        <dsp:cNvPr id="0" name=""/>
        <dsp:cNvSpPr/>
      </dsp:nvSpPr>
      <dsp:spPr>
        <a:xfrm>
          <a:off x="3875536" y="152175"/>
          <a:ext cx="3396538" cy="705913"/>
        </a:xfrm>
        <a:prstGeom prst="rect">
          <a:avLst/>
        </a:prstGeom>
        <a:solidFill>
          <a:schemeClr val="tx1">
            <a:lumMod val="20000"/>
            <a:lumOff val="8000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rgbClr val="000000"/>
              </a:solidFill>
              <a:latin typeface="Times New Roman" panose="02020603050405020304" pitchFamily="18" charset="0"/>
              <a:cs typeface="Times New Roman" panose="02020603050405020304" pitchFamily="18" charset="0"/>
            </a:rPr>
            <a:t>B. Satellite and Geospatial Data</a:t>
          </a:r>
        </a:p>
      </dsp:txBody>
      <dsp:txXfrm>
        <a:off x="3875536" y="152175"/>
        <a:ext cx="3396538" cy="705913"/>
      </dsp:txXfrm>
    </dsp:sp>
    <dsp:sp modelId="{BD555FD6-6E87-4D34-BFFB-3122ED9A9B74}">
      <dsp:nvSpPr>
        <dsp:cNvPr id="0" name=""/>
        <dsp:cNvSpPr/>
      </dsp:nvSpPr>
      <dsp:spPr>
        <a:xfrm>
          <a:off x="3863784" y="838552"/>
          <a:ext cx="3396334" cy="491523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solidFill>
                <a:srgbClr val="000000"/>
              </a:solidFill>
              <a:latin typeface="Times New Roman" panose="02020603050405020304" pitchFamily="18" charset="0"/>
              <a:cs typeface="Times New Roman" panose="02020603050405020304" pitchFamily="18" charset="0"/>
            </a:rPr>
            <a:t>Landsat 8/9 or Sentinel-2 satellite images from </a:t>
          </a:r>
          <a:r>
            <a:rPr lang="en-IN" sz="2300" kern="1200" dirty="0">
              <a:solidFill>
                <a:srgbClr val="000000"/>
              </a:solidFill>
              <a:latin typeface="Times New Roman" panose="02020603050405020304" pitchFamily="18" charset="0"/>
              <a:cs typeface="Times New Roman" panose="02020603050405020304" pitchFamily="18" charset="0"/>
            </a:rPr>
            <a:t>USGS Earth Explorer or Copernicus Open Access Hub </a:t>
          </a:r>
          <a:r>
            <a:rPr lang="en-US" sz="2300" kern="1200" dirty="0">
              <a:solidFill>
                <a:srgbClr val="000000"/>
              </a:solidFill>
              <a:latin typeface="Times New Roman" panose="02020603050405020304" pitchFamily="18" charset="0"/>
              <a:cs typeface="Times New Roman" panose="02020603050405020304" pitchFamily="18" charset="0"/>
            </a:rPr>
            <a:t>for multi-year analysis</a:t>
          </a:r>
          <a:endParaRPr lang="en-IN" sz="2300" kern="1200" dirty="0">
            <a:solidFill>
              <a:srgbClr val="000000"/>
            </a:solidFill>
            <a:latin typeface="Times New Roman" panose="02020603050405020304" pitchFamily="18" charset="0"/>
            <a:cs typeface="Times New Roman" panose="02020603050405020304" pitchFamily="18" charset="0"/>
          </a:endParaRPr>
        </a:p>
        <a:p>
          <a:pPr marL="228600" lvl="1" indent="-228600" algn="l" defTabSz="1022350">
            <a:lnSpc>
              <a:spcPct val="90000"/>
            </a:lnSpc>
            <a:spcBef>
              <a:spcPct val="0"/>
            </a:spcBef>
            <a:spcAft>
              <a:spcPct val="15000"/>
            </a:spcAft>
            <a:buChar char="•"/>
          </a:pPr>
          <a:r>
            <a:rPr lang="en-IN" sz="2300" kern="1200" dirty="0">
              <a:solidFill>
                <a:srgbClr val="000000"/>
              </a:solidFill>
              <a:latin typeface="Times New Roman" panose="02020603050405020304" pitchFamily="18" charset="0"/>
              <a:cs typeface="Times New Roman" panose="02020603050405020304" pitchFamily="18" charset="0"/>
            </a:rPr>
            <a:t>DEM data (from SRTM) for topography.
</a:t>
          </a:r>
          <a:r>
            <a:rPr lang="en-US" sz="2300" kern="1200" dirty="0">
              <a:solidFill>
                <a:srgbClr val="000000"/>
              </a:solidFill>
              <a:latin typeface="Times New Roman" panose="02020603050405020304" pitchFamily="18" charset="0"/>
              <a:cs typeface="Times New Roman" panose="02020603050405020304" pitchFamily="18" charset="0"/>
            </a:rPr>
            <a:t>Administrative shapefiles and road/industry layers(from SOI)</a:t>
          </a:r>
          <a:endParaRPr lang="en-IN" sz="2300" kern="1200" dirty="0">
            <a:solidFill>
              <a:srgbClr val="000000"/>
            </a:solidFill>
            <a:latin typeface="Times New Roman" panose="02020603050405020304" pitchFamily="18" charset="0"/>
            <a:cs typeface="Times New Roman" panose="02020603050405020304" pitchFamily="18" charset="0"/>
          </a:endParaRPr>
        </a:p>
        <a:p>
          <a:pPr marL="228600" lvl="1" indent="-228600" algn="l" defTabSz="1022350">
            <a:lnSpc>
              <a:spcPct val="90000"/>
            </a:lnSpc>
            <a:spcBef>
              <a:spcPct val="0"/>
            </a:spcBef>
            <a:spcAft>
              <a:spcPct val="15000"/>
            </a:spcAft>
            <a:buChar char="•"/>
          </a:pPr>
          <a:endParaRPr lang="en-IN" sz="2300" kern="1200" dirty="0">
            <a:solidFill>
              <a:srgbClr val="000000"/>
            </a:solidFill>
            <a:latin typeface="Times New Roman" panose="02020603050405020304" pitchFamily="18" charset="0"/>
            <a:cs typeface="Times New Roman" panose="02020603050405020304" pitchFamily="18" charset="0"/>
          </a:endParaRPr>
        </a:p>
      </dsp:txBody>
      <dsp:txXfrm>
        <a:off x="3863784" y="838552"/>
        <a:ext cx="3396334" cy="4915230"/>
      </dsp:txXfrm>
    </dsp:sp>
    <dsp:sp modelId="{A3FC34A7-F8B7-4294-9100-22194C57C29A}">
      <dsp:nvSpPr>
        <dsp:cNvPr id="0" name=""/>
        <dsp:cNvSpPr/>
      </dsp:nvSpPr>
      <dsp:spPr>
        <a:xfrm>
          <a:off x="7751073" y="107383"/>
          <a:ext cx="3396538" cy="705913"/>
        </a:xfrm>
        <a:prstGeom prst="rect">
          <a:avLst/>
        </a:prstGeom>
        <a:solidFill>
          <a:schemeClr val="tx1">
            <a:lumMod val="20000"/>
            <a:lumOff val="8000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44575">
            <a:lnSpc>
              <a:spcPct val="90000"/>
            </a:lnSpc>
            <a:spcBef>
              <a:spcPct val="0"/>
            </a:spcBef>
            <a:spcAft>
              <a:spcPct val="35000"/>
            </a:spcAft>
            <a:buNone/>
          </a:pPr>
          <a:r>
            <a:rPr lang="en-IN" sz="2350" b="1" kern="1200" dirty="0">
              <a:solidFill>
                <a:srgbClr val="000000"/>
              </a:solidFill>
              <a:latin typeface="Times New Roman" panose="02020603050405020304" pitchFamily="18" charset="0"/>
              <a:cs typeface="Times New Roman" panose="02020603050405020304" pitchFamily="18" charset="0"/>
            </a:rPr>
            <a:t>C. Meteorological Data</a:t>
          </a:r>
        </a:p>
      </dsp:txBody>
      <dsp:txXfrm>
        <a:off x="7751073" y="107383"/>
        <a:ext cx="3396538" cy="705913"/>
      </dsp:txXfrm>
    </dsp:sp>
    <dsp:sp modelId="{E6E21CF2-741D-4F0C-A02D-B87677B81623}">
      <dsp:nvSpPr>
        <dsp:cNvPr id="0" name=""/>
        <dsp:cNvSpPr/>
      </dsp:nvSpPr>
      <dsp:spPr>
        <a:xfrm>
          <a:off x="7736687" y="853389"/>
          <a:ext cx="3396538" cy="5094400"/>
        </a:xfrm>
        <a:prstGeom prst="rect">
          <a:avLst/>
        </a:prstGeom>
        <a:solidFill>
          <a:schemeClr val="accent3">
            <a:lumMod val="20000"/>
            <a:lumOff val="80000"/>
            <a:alpha val="9000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150000"/>
            </a:lnSpc>
            <a:spcBef>
              <a:spcPct val="0"/>
            </a:spcBef>
            <a:spcAft>
              <a:spcPct val="15000"/>
            </a:spcAft>
            <a:buChar char="•"/>
          </a:pPr>
          <a:r>
            <a:rPr lang="en-IN" sz="2300" kern="1200" dirty="0">
              <a:solidFill>
                <a:srgbClr val="000000"/>
              </a:solidFill>
              <a:latin typeface="Times New Roman" panose="02020603050405020304" pitchFamily="18" charset="0"/>
              <a:cs typeface="Times New Roman" panose="02020603050405020304" pitchFamily="18" charset="0"/>
            </a:rPr>
            <a:t>IMD DSP</a:t>
          </a:r>
        </a:p>
        <a:p>
          <a:pPr marL="228600" lvl="1" indent="-228600" algn="l" defTabSz="1022350">
            <a:lnSpc>
              <a:spcPct val="150000"/>
            </a:lnSpc>
            <a:spcBef>
              <a:spcPct val="0"/>
            </a:spcBef>
            <a:spcAft>
              <a:spcPct val="15000"/>
            </a:spcAft>
            <a:buChar char="•"/>
          </a:pPr>
          <a:r>
            <a:rPr lang="en-IN" sz="2300" kern="1200" dirty="0">
              <a:solidFill>
                <a:srgbClr val="000000"/>
              </a:solidFill>
              <a:latin typeface="Times New Roman" panose="02020603050405020304" pitchFamily="18" charset="0"/>
              <a:cs typeface="Times New Roman" panose="02020603050405020304" pitchFamily="18" charset="0"/>
            </a:rPr>
            <a:t>NASA POWER</a:t>
          </a:r>
        </a:p>
      </dsp:txBody>
      <dsp:txXfrm>
        <a:off x="7736687" y="853389"/>
        <a:ext cx="3396538" cy="50944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DF1B8-9210-4CDD-9391-8C2B3445EAD0}">
      <dsp:nvSpPr>
        <dsp:cNvPr id="0" name=""/>
        <dsp:cNvSpPr/>
      </dsp:nvSpPr>
      <dsp:spPr>
        <a:xfrm rot="5400000">
          <a:off x="641551" y="1223231"/>
          <a:ext cx="565402" cy="64369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DC05C9-E7BB-4F6E-ABC7-0F726A3AFE6D}">
      <dsp:nvSpPr>
        <dsp:cNvPr id="0" name=""/>
        <dsp:cNvSpPr/>
      </dsp:nvSpPr>
      <dsp:spPr>
        <a:xfrm>
          <a:off x="146156" y="182707"/>
          <a:ext cx="1346347" cy="1073480"/>
        </a:xfrm>
        <a:prstGeom prst="roundRect">
          <a:avLst>
            <a:gd name="adj" fmla="val 16670"/>
          </a:avLst>
        </a:prstGeom>
        <a:solidFill>
          <a:schemeClr val="accent3">
            <a:lumMod val="20000"/>
            <a:lumOff val="80000"/>
          </a:schemeClr>
        </a:solidFill>
        <a:ln w="12700" cap="flat" cmpd="sng" algn="ctr">
          <a:noFill/>
          <a:prstDash val="solid"/>
          <a:miter lim="800000"/>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000000"/>
              </a:solidFill>
              <a:latin typeface="Times New Roman" panose="02020603050405020304" pitchFamily="18" charset="0"/>
              <a:cs typeface="Times New Roman" panose="02020603050405020304" pitchFamily="18" charset="0"/>
            </a:rPr>
            <a:t>Air Quality Index Calculation</a:t>
          </a:r>
        </a:p>
      </dsp:txBody>
      <dsp:txXfrm>
        <a:off x="198568" y="235119"/>
        <a:ext cx="1241523" cy="968656"/>
      </dsp:txXfrm>
    </dsp:sp>
    <dsp:sp modelId="{C1F160A7-93A9-4E98-A1F0-755A34793450}">
      <dsp:nvSpPr>
        <dsp:cNvPr id="0" name=""/>
        <dsp:cNvSpPr/>
      </dsp:nvSpPr>
      <dsp:spPr>
        <a:xfrm>
          <a:off x="1810081" y="381321"/>
          <a:ext cx="3995063" cy="53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rgbClr val="000000"/>
              </a:solidFill>
              <a:latin typeface="Times New Roman" panose="02020603050405020304" pitchFamily="18" charset="0"/>
              <a:cs typeface="Times New Roman" panose="02020603050405020304" pitchFamily="18" charset="0"/>
            </a:rPr>
            <a:t>Perform AQI calculation in Excel or Python for each monitoring station</a:t>
          </a:r>
          <a:endParaRPr lang="en-IN" sz="1600" kern="1200" dirty="0">
            <a:solidFill>
              <a:srgbClr val="000000"/>
            </a:solidFill>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r>
            <a:rPr lang="en-US" sz="1600" kern="1200" dirty="0">
              <a:solidFill>
                <a:srgbClr val="000000"/>
              </a:solidFill>
              <a:latin typeface="Times New Roman" panose="02020603050405020304" pitchFamily="18" charset="0"/>
              <a:cs typeface="Times New Roman" panose="02020603050405020304" pitchFamily="18" charset="0"/>
            </a:rPr>
            <a:t>Classify AQI values into categories (Good, Moderate, Poor.)</a:t>
          </a:r>
          <a:endParaRPr lang="en-IN" sz="1600" kern="1200" dirty="0">
            <a:solidFill>
              <a:srgbClr val="000000"/>
            </a:solidFill>
            <a:latin typeface="Times New Roman" panose="02020603050405020304" pitchFamily="18" charset="0"/>
            <a:cs typeface="Times New Roman" panose="02020603050405020304" pitchFamily="18" charset="0"/>
          </a:endParaRPr>
        </a:p>
      </dsp:txBody>
      <dsp:txXfrm>
        <a:off x="1810081" y="381321"/>
        <a:ext cx="3995063" cy="538478"/>
      </dsp:txXfrm>
    </dsp:sp>
    <dsp:sp modelId="{252E4D9F-5798-4232-8FA8-63D4DD261B8D}">
      <dsp:nvSpPr>
        <dsp:cNvPr id="0" name=""/>
        <dsp:cNvSpPr/>
      </dsp:nvSpPr>
      <dsp:spPr>
        <a:xfrm rot="5400000">
          <a:off x="1673283" y="2294656"/>
          <a:ext cx="565402" cy="643690"/>
        </a:xfrm>
        <a:prstGeom prst="bentUpArrow">
          <a:avLst>
            <a:gd name="adj1" fmla="val 32840"/>
            <a:gd name="adj2" fmla="val 25000"/>
            <a:gd name="adj3" fmla="val 35780"/>
          </a:avLst>
        </a:prstGeom>
        <a:solidFill>
          <a:schemeClr val="accent1">
            <a:tint val="50000"/>
            <a:hueOff val="-225435"/>
            <a:satOff val="-16429"/>
            <a:lumOff val="-12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ED3747-04CD-465D-9011-571DD9ADA749}">
      <dsp:nvSpPr>
        <dsp:cNvPr id="0" name=""/>
        <dsp:cNvSpPr/>
      </dsp:nvSpPr>
      <dsp:spPr>
        <a:xfrm>
          <a:off x="1260321" y="1443749"/>
          <a:ext cx="1206193" cy="793143"/>
        </a:xfrm>
        <a:prstGeom prst="roundRect">
          <a:avLst>
            <a:gd name="adj" fmla="val 16670"/>
          </a:avLst>
        </a:prstGeom>
        <a:solidFill>
          <a:schemeClr val="accent3">
            <a:lumMod val="20000"/>
            <a:lumOff val="80000"/>
          </a:schemeClr>
        </a:solidFill>
        <a:ln w="12700" cap="flat" cmpd="sng" algn="ctr">
          <a:noFill/>
          <a:prstDash val="solid"/>
          <a:miter lim="800000"/>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000000"/>
              </a:solidFill>
              <a:latin typeface="Times New Roman" panose="02020603050405020304" pitchFamily="18" charset="0"/>
              <a:cs typeface="Times New Roman" panose="02020603050405020304" pitchFamily="18" charset="0"/>
            </a:rPr>
            <a:t>LULC Mapping</a:t>
          </a:r>
        </a:p>
      </dsp:txBody>
      <dsp:txXfrm>
        <a:off x="1299046" y="1482474"/>
        <a:ext cx="1128743" cy="715693"/>
      </dsp:txXfrm>
    </dsp:sp>
    <dsp:sp modelId="{6CCEC597-08B3-47BD-9BD0-EACBA62FE6AA}">
      <dsp:nvSpPr>
        <dsp:cNvPr id="0" name=""/>
        <dsp:cNvSpPr/>
      </dsp:nvSpPr>
      <dsp:spPr>
        <a:xfrm>
          <a:off x="2580996" y="1426849"/>
          <a:ext cx="4027931" cy="53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rgbClr val="000000"/>
              </a:solidFill>
              <a:latin typeface="Times New Roman" panose="02020603050405020304" pitchFamily="18" charset="0"/>
              <a:cs typeface="Times New Roman" panose="02020603050405020304" pitchFamily="18" charset="0"/>
            </a:rPr>
            <a:t>Perform supervised classification 
Validate classification using Google Earth</a:t>
          </a:r>
          <a:endParaRPr lang="en-IN" sz="1600" kern="1200" dirty="0">
            <a:solidFill>
              <a:srgbClr val="000000"/>
            </a:solidFill>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r>
            <a:rPr lang="en-US" sz="1600" kern="1200" dirty="0">
              <a:solidFill>
                <a:srgbClr val="000000"/>
              </a:solidFill>
              <a:latin typeface="Times New Roman" panose="02020603050405020304" pitchFamily="18" charset="0"/>
              <a:cs typeface="Times New Roman" panose="02020603050405020304" pitchFamily="18" charset="0"/>
            </a:rPr>
            <a:t>Compare LULC for different years to identify urban expansion.</a:t>
          </a:r>
          <a:endParaRPr lang="en-IN" sz="1600" kern="1200" dirty="0">
            <a:solidFill>
              <a:srgbClr val="000000"/>
            </a:solidFill>
            <a:latin typeface="Times New Roman" panose="02020603050405020304" pitchFamily="18" charset="0"/>
            <a:cs typeface="Times New Roman" panose="02020603050405020304" pitchFamily="18" charset="0"/>
          </a:endParaRPr>
        </a:p>
      </dsp:txBody>
      <dsp:txXfrm>
        <a:off x="2580996" y="1426849"/>
        <a:ext cx="4027931" cy="538478"/>
      </dsp:txXfrm>
    </dsp:sp>
    <dsp:sp modelId="{77D24E1F-C709-40B6-A501-8E35DD0E3362}">
      <dsp:nvSpPr>
        <dsp:cNvPr id="0" name=""/>
        <dsp:cNvSpPr/>
      </dsp:nvSpPr>
      <dsp:spPr>
        <a:xfrm rot="5400000">
          <a:off x="2918992" y="3413999"/>
          <a:ext cx="565402" cy="643690"/>
        </a:xfrm>
        <a:prstGeom prst="bentUpArrow">
          <a:avLst>
            <a:gd name="adj1" fmla="val 32840"/>
            <a:gd name="adj2" fmla="val 25000"/>
            <a:gd name="adj3" fmla="val 35780"/>
          </a:avLst>
        </a:prstGeom>
        <a:solidFill>
          <a:schemeClr val="accent1">
            <a:tint val="50000"/>
            <a:hueOff val="-450869"/>
            <a:satOff val="-32857"/>
            <a:lumOff val="-25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1BCD23-D8E7-4157-98B9-F537289C9E11}">
      <dsp:nvSpPr>
        <dsp:cNvPr id="0" name=""/>
        <dsp:cNvSpPr/>
      </dsp:nvSpPr>
      <dsp:spPr>
        <a:xfrm>
          <a:off x="2292452" y="2441022"/>
          <a:ext cx="1237803" cy="888967"/>
        </a:xfrm>
        <a:prstGeom prst="roundRect">
          <a:avLst>
            <a:gd name="adj" fmla="val 16670"/>
          </a:avLst>
        </a:prstGeom>
        <a:solidFill>
          <a:schemeClr val="accent3">
            <a:lumMod val="20000"/>
            <a:lumOff val="80000"/>
          </a:schemeClr>
        </a:solidFill>
        <a:ln w="12700" cap="flat" cmpd="sng" algn="ctr">
          <a:noFill/>
          <a:prstDash val="solid"/>
          <a:miter lim="800000"/>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000000"/>
              </a:solidFill>
              <a:latin typeface="Times New Roman" panose="02020603050405020304" pitchFamily="18" charset="0"/>
              <a:cs typeface="Times New Roman" panose="02020603050405020304" pitchFamily="18" charset="0"/>
            </a:rPr>
            <a:t>Geospatial Analysis</a:t>
          </a:r>
        </a:p>
      </dsp:txBody>
      <dsp:txXfrm>
        <a:off x="2335856" y="2484426"/>
        <a:ext cx="1150995" cy="802159"/>
      </dsp:txXfrm>
    </dsp:sp>
    <dsp:sp modelId="{B1485800-8789-4B8C-A5E9-DD6398A79C46}">
      <dsp:nvSpPr>
        <dsp:cNvPr id="0" name=""/>
        <dsp:cNvSpPr/>
      </dsp:nvSpPr>
      <dsp:spPr>
        <a:xfrm>
          <a:off x="3664497" y="2520425"/>
          <a:ext cx="3747106" cy="70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Interpolate AQI data using IDW or </a:t>
          </a:r>
          <a:r>
            <a:rPr lang="en-IN" sz="1600" b="0" kern="1200" dirty="0" err="1">
              <a:solidFill>
                <a:srgbClr val="000000"/>
              </a:solidFill>
              <a:latin typeface="Times New Roman" panose="02020603050405020304" pitchFamily="18" charset="0"/>
              <a:cs typeface="Times New Roman" panose="02020603050405020304" pitchFamily="18" charset="0"/>
            </a:rPr>
            <a:t>Kriging</a:t>
          </a:r>
          <a:r>
            <a:rPr lang="en-IN" sz="1600" b="0" kern="1200" dirty="0">
              <a:solidFill>
                <a:srgbClr val="000000"/>
              </a:solidFill>
              <a:latin typeface="Times New Roman" panose="02020603050405020304" pitchFamily="18" charset="0"/>
              <a:cs typeface="Times New Roman" panose="02020603050405020304" pitchFamily="18" charset="0"/>
            </a:rPr>
            <a:t> method</a:t>
          </a:r>
        </a:p>
        <a:p>
          <a:pPr marL="171450" lvl="1" indent="-171450" algn="l" defTabSz="711200">
            <a:lnSpc>
              <a:spcPct val="90000"/>
            </a:lnSpc>
            <a:spcBef>
              <a:spcPct val="0"/>
            </a:spcBef>
            <a:spcAft>
              <a:spcPct val="15000"/>
            </a:spcAft>
            <a:buChar char="•"/>
          </a:pPr>
          <a:r>
            <a:rPr lang="en-US" sz="1600" b="0" kern="1200" dirty="0">
              <a:solidFill>
                <a:srgbClr val="000000"/>
              </a:solidFill>
              <a:latin typeface="Times New Roman" panose="02020603050405020304" pitchFamily="18" charset="0"/>
              <a:cs typeface="Times New Roman" panose="02020603050405020304" pitchFamily="18" charset="0"/>
            </a:rPr>
            <a:t>Overlay LULC maps and AQI maps</a:t>
          </a:r>
          <a:endParaRPr lang="en-IN" sz="1600" b="0" kern="1200" dirty="0">
            <a:solidFill>
              <a:srgbClr val="000000"/>
            </a:solidFill>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r>
            <a:rPr lang="en-US" sz="1600" b="0" kern="1200" dirty="0">
              <a:solidFill>
                <a:srgbClr val="000000"/>
              </a:solidFill>
              <a:latin typeface="Times New Roman" panose="02020603050405020304" pitchFamily="18" charset="0"/>
              <a:cs typeface="Times New Roman" panose="02020603050405020304" pitchFamily="18" charset="0"/>
            </a:rPr>
            <a:t>Buffer analysis</a:t>
          </a:r>
          <a:endParaRPr lang="en-IN" sz="1600" b="0" kern="1200" dirty="0">
            <a:solidFill>
              <a:srgbClr val="000000"/>
            </a:solidFill>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zonal statistics</a:t>
          </a:r>
        </a:p>
      </dsp:txBody>
      <dsp:txXfrm>
        <a:off x="3664497" y="2520425"/>
        <a:ext cx="3747106" cy="704755"/>
      </dsp:txXfrm>
    </dsp:sp>
    <dsp:sp modelId="{87DD3ABC-4C37-451A-A6F8-59B6001C3109}">
      <dsp:nvSpPr>
        <dsp:cNvPr id="0" name=""/>
        <dsp:cNvSpPr/>
      </dsp:nvSpPr>
      <dsp:spPr>
        <a:xfrm rot="5400000">
          <a:off x="4471056" y="4545192"/>
          <a:ext cx="565402" cy="643690"/>
        </a:xfrm>
        <a:prstGeom prst="bentUpArrow">
          <a:avLst>
            <a:gd name="adj1" fmla="val 32840"/>
            <a:gd name="adj2" fmla="val 25000"/>
            <a:gd name="adj3" fmla="val 35780"/>
          </a:avLst>
        </a:prstGeom>
        <a:solidFill>
          <a:schemeClr val="accent1">
            <a:tint val="50000"/>
            <a:hueOff val="-676303"/>
            <a:satOff val="-49286"/>
            <a:lumOff val="-38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F63C74-27E6-4532-B4F5-A759AA63C9E4}">
      <dsp:nvSpPr>
        <dsp:cNvPr id="0" name=""/>
        <dsp:cNvSpPr/>
      </dsp:nvSpPr>
      <dsp:spPr>
        <a:xfrm>
          <a:off x="3735001" y="3609801"/>
          <a:ext cx="1580453" cy="912678"/>
        </a:xfrm>
        <a:prstGeom prst="roundRect">
          <a:avLst>
            <a:gd name="adj" fmla="val 16670"/>
          </a:avLst>
        </a:prstGeom>
        <a:solidFill>
          <a:schemeClr val="accent3">
            <a:lumMod val="20000"/>
            <a:lumOff val="80000"/>
          </a:schemeClr>
        </a:solidFill>
        <a:ln w="12700" cap="flat" cmpd="sng" algn="ctr">
          <a:noFill/>
          <a:prstDash val="solid"/>
          <a:miter lim="800000"/>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000000"/>
              </a:solidFill>
              <a:latin typeface="Times New Roman" panose="02020603050405020304" pitchFamily="18" charset="0"/>
              <a:cs typeface="Times New Roman" panose="02020603050405020304" pitchFamily="18" charset="0"/>
            </a:rPr>
            <a:t>Impact Assessment</a:t>
          </a:r>
        </a:p>
      </dsp:txBody>
      <dsp:txXfrm>
        <a:off x="3779562" y="3654362"/>
        <a:ext cx="1491331" cy="823556"/>
      </dsp:txXfrm>
    </dsp:sp>
    <dsp:sp modelId="{B8B17AFE-89D9-42FE-86B8-BD349A6C0463}">
      <dsp:nvSpPr>
        <dsp:cNvPr id="0" name=""/>
        <dsp:cNvSpPr/>
      </dsp:nvSpPr>
      <dsp:spPr>
        <a:xfrm>
          <a:off x="5458519" y="3759481"/>
          <a:ext cx="3683453" cy="53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NDVI, NDBI, NDWI</a:t>
          </a:r>
        </a:p>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Analyse and assess the indices results</a:t>
          </a:r>
        </a:p>
      </dsp:txBody>
      <dsp:txXfrm>
        <a:off x="5458519" y="3759481"/>
        <a:ext cx="3683453" cy="538478"/>
      </dsp:txXfrm>
    </dsp:sp>
    <dsp:sp modelId="{59EEEFB3-5FD0-49B4-AF82-24D85C30097C}">
      <dsp:nvSpPr>
        <dsp:cNvPr id="0" name=""/>
        <dsp:cNvSpPr/>
      </dsp:nvSpPr>
      <dsp:spPr>
        <a:xfrm rot="5400000" flipV="1">
          <a:off x="5129542" y="5271035"/>
          <a:ext cx="642907" cy="1241879"/>
        </a:xfrm>
        <a:prstGeom prst="bentUpArrow">
          <a:avLst>
            <a:gd name="adj1" fmla="val 32840"/>
            <a:gd name="adj2" fmla="val 25000"/>
            <a:gd name="adj3" fmla="val 35780"/>
          </a:avLst>
        </a:prstGeom>
        <a:solidFill>
          <a:schemeClr val="accent1">
            <a:tint val="50000"/>
            <a:hueOff val="-901738"/>
            <a:satOff val="-65714"/>
            <a:lumOff val="-518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E3FF8A-E8EB-4991-9FF2-3F0CB5B91980}">
      <dsp:nvSpPr>
        <dsp:cNvPr id="0" name=""/>
        <dsp:cNvSpPr/>
      </dsp:nvSpPr>
      <dsp:spPr>
        <a:xfrm>
          <a:off x="5089419" y="4703918"/>
          <a:ext cx="1817052" cy="712822"/>
        </a:xfrm>
        <a:prstGeom prst="roundRect">
          <a:avLst>
            <a:gd name="adj" fmla="val 16670"/>
          </a:avLst>
        </a:prstGeom>
        <a:solidFill>
          <a:schemeClr val="accent3">
            <a:lumMod val="20000"/>
            <a:lumOff val="80000"/>
          </a:schemeClr>
        </a:solidFill>
        <a:ln w="12700" cap="flat" cmpd="sng" algn="ctr">
          <a:noFill/>
          <a:prstDash val="solid"/>
          <a:miter lim="800000"/>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000000"/>
              </a:solidFill>
              <a:latin typeface="Times New Roman" panose="02020603050405020304" pitchFamily="18" charset="0"/>
              <a:cs typeface="Times New Roman" panose="02020603050405020304" pitchFamily="18" charset="0"/>
            </a:rPr>
            <a:t>Visualization and Interpretation (Thematic maps</a:t>
          </a:r>
          <a:r>
            <a:rPr lang="en-IN" sz="1050" b="0" kern="1200" dirty="0">
              <a:solidFill>
                <a:srgbClr val="000000"/>
              </a:solidFill>
              <a:latin typeface="Times New Roman" panose="02020603050405020304" pitchFamily="18" charset="0"/>
              <a:cs typeface="Times New Roman" panose="02020603050405020304" pitchFamily="18" charset="0"/>
            </a:rPr>
            <a:t>)</a:t>
          </a:r>
        </a:p>
      </dsp:txBody>
      <dsp:txXfrm>
        <a:off x="5124222" y="4738721"/>
        <a:ext cx="1747446" cy="643216"/>
      </dsp:txXfrm>
    </dsp:sp>
    <dsp:sp modelId="{515F67E2-6F1A-4D4D-AC65-1B5658067E43}">
      <dsp:nvSpPr>
        <dsp:cNvPr id="0" name=""/>
        <dsp:cNvSpPr/>
      </dsp:nvSpPr>
      <dsp:spPr>
        <a:xfrm>
          <a:off x="7202956" y="5120119"/>
          <a:ext cx="3229398" cy="538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AQI distribution</a:t>
          </a:r>
        </a:p>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LULC change</a:t>
          </a:r>
        </a:p>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Pollution hotspots</a:t>
          </a:r>
        </a:p>
        <a:p>
          <a:pPr marL="171450" lvl="1" indent="-171450" algn="l" defTabSz="711200">
            <a:lnSpc>
              <a:spcPct val="90000"/>
            </a:lnSpc>
            <a:spcBef>
              <a:spcPct val="0"/>
            </a:spcBef>
            <a:spcAft>
              <a:spcPct val="15000"/>
            </a:spcAft>
            <a:buChar char="•"/>
          </a:pPr>
          <a:r>
            <a:rPr lang="en-IN" sz="1600" b="0" kern="1200" dirty="0">
              <a:solidFill>
                <a:srgbClr val="000000"/>
              </a:solidFill>
              <a:latin typeface="Times New Roman" panose="02020603050405020304" pitchFamily="18" charset="0"/>
              <a:cs typeface="Times New Roman" panose="02020603050405020304" pitchFamily="18" charset="0"/>
            </a:rPr>
            <a:t>AQI </a:t>
          </a:r>
          <a:r>
            <a:rPr lang="en-IN" sz="1600" b="0" kern="1200" dirty="0" err="1">
              <a:solidFill>
                <a:srgbClr val="000000"/>
              </a:solidFill>
              <a:latin typeface="Times New Roman" panose="02020603050405020304" pitchFamily="18" charset="0"/>
              <a:cs typeface="Times New Roman" panose="02020603050405020304" pitchFamily="18" charset="0"/>
            </a:rPr>
            <a:t>vs</a:t>
          </a:r>
          <a:r>
            <a:rPr lang="en-IN" sz="1600" b="0" kern="1200" dirty="0">
              <a:solidFill>
                <a:srgbClr val="000000"/>
              </a:solidFill>
              <a:latin typeface="Times New Roman" panose="02020603050405020304" pitchFamily="18" charset="0"/>
              <a:cs typeface="Times New Roman" panose="02020603050405020304" pitchFamily="18" charset="0"/>
            </a:rPr>
            <a:t> NDVI/NDBI overlays</a:t>
          </a:r>
        </a:p>
        <a:p>
          <a:pPr marL="171450" lvl="1" indent="-171450" algn="l" defTabSz="711200">
            <a:lnSpc>
              <a:spcPct val="90000"/>
            </a:lnSpc>
            <a:spcBef>
              <a:spcPct val="0"/>
            </a:spcBef>
            <a:spcAft>
              <a:spcPct val="15000"/>
            </a:spcAft>
            <a:buChar char="•"/>
          </a:pPr>
          <a:r>
            <a:rPr lang="en-US" sz="1600" b="0" kern="1200" dirty="0">
              <a:solidFill>
                <a:srgbClr val="000000"/>
              </a:solidFill>
              <a:latin typeface="Times New Roman" panose="02020603050405020304" pitchFamily="18" charset="0"/>
              <a:cs typeface="Times New Roman" panose="02020603050405020304" pitchFamily="18" charset="0"/>
            </a:rPr>
            <a:t>Create charts/tables for pollutant trends, LULC statistics, and AQI category distribution</a:t>
          </a:r>
          <a:endParaRPr lang="en-IN" sz="1600" b="0" kern="1200" dirty="0">
            <a:solidFill>
              <a:srgbClr val="000000"/>
            </a:solidFill>
            <a:latin typeface="Times New Roman" panose="02020603050405020304" pitchFamily="18" charset="0"/>
            <a:cs typeface="Times New Roman" panose="02020603050405020304" pitchFamily="18" charset="0"/>
          </a:endParaRPr>
        </a:p>
      </dsp:txBody>
      <dsp:txXfrm>
        <a:off x="7202956" y="5120119"/>
        <a:ext cx="3229398" cy="538478"/>
      </dsp:txXfrm>
    </dsp:sp>
    <dsp:sp modelId="{AB93ECEB-911B-4F67-950A-800746EED832}">
      <dsp:nvSpPr>
        <dsp:cNvPr id="0" name=""/>
        <dsp:cNvSpPr/>
      </dsp:nvSpPr>
      <dsp:spPr>
        <a:xfrm>
          <a:off x="2720034" y="5685353"/>
          <a:ext cx="1877616" cy="666232"/>
        </a:xfrm>
        <a:prstGeom prst="roundRect">
          <a:avLst>
            <a:gd name="adj" fmla="val 16670"/>
          </a:avLst>
        </a:prstGeom>
        <a:solidFill>
          <a:schemeClr val="accent3">
            <a:lumMod val="20000"/>
            <a:lumOff val="80000"/>
          </a:schemeClr>
        </a:solidFill>
        <a:ln w="12700" cap="flat" cmpd="sng" algn="ctr">
          <a:noFill/>
          <a:prstDash val="solid"/>
          <a:miter lim="800000"/>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000000"/>
              </a:solidFill>
              <a:latin typeface="Times New Roman" panose="02020603050405020304" pitchFamily="18" charset="0"/>
              <a:cs typeface="Times New Roman" panose="02020603050405020304" pitchFamily="18" charset="0"/>
            </a:rPr>
            <a:t>Conclusion and Strategy Recommendation</a:t>
          </a:r>
        </a:p>
      </dsp:txBody>
      <dsp:txXfrm>
        <a:off x="2752563" y="5717882"/>
        <a:ext cx="1812558" cy="6011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788309-B48C-462E-8509-8F2A43D1B699}">
      <dsp:nvSpPr>
        <dsp:cNvPr id="0" name=""/>
        <dsp:cNvSpPr/>
      </dsp:nvSpPr>
      <dsp:spPr>
        <a:xfrm>
          <a:off x="0" y="0"/>
          <a:ext cx="6677254" cy="110784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b="1" kern="1200" dirty="0">
              <a:latin typeface="Times New Roman" panose="02020603050405020304" pitchFamily="18" charset="0"/>
              <a:cs typeface="Times New Roman" panose="02020603050405020304" pitchFamily="18" charset="0"/>
            </a:rPr>
            <a:t>Remote sensing and GIS techniques</a:t>
          </a:r>
          <a:endParaRPr lang="en-IN" sz="3000" kern="1200" dirty="0">
            <a:latin typeface="Times New Roman" panose="02020603050405020304" pitchFamily="18" charset="0"/>
            <a:cs typeface="Times New Roman" panose="02020603050405020304" pitchFamily="18" charset="0"/>
          </a:endParaRPr>
        </a:p>
      </dsp:txBody>
      <dsp:txXfrm>
        <a:off x="32448" y="32448"/>
        <a:ext cx="5388186" cy="1042952"/>
      </dsp:txXfrm>
    </dsp:sp>
    <dsp:sp modelId="{7D0135AF-B507-4FE4-B460-427A5686ABB2}">
      <dsp:nvSpPr>
        <dsp:cNvPr id="0" name=""/>
        <dsp:cNvSpPr/>
      </dsp:nvSpPr>
      <dsp:spPr>
        <a:xfrm>
          <a:off x="559220" y="1309275"/>
          <a:ext cx="6677254" cy="1107848"/>
        </a:xfrm>
        <a:prstGeom prst="roundRect">
          <a:avLst>
            <a:gd name="adj" fmla="val 10000"/>
          </a:avLst>
        </a:prstGeom>
        <a:solidFill>
          <a:schemeClr val="accent2">
            <a:hueOff val="1294820"/>
            <a:satOff val="-2784"/>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b="1" kern="1200" dirty="0">
              <a:latin typeface="Times New Roman" panose="02020603050405020304" pitchFamily="18" charset="0"/>
              <a:cs typeface="Times New Roman" panose="02020603050405020304" pitchFamily="18" charset="0"/>
            </a:rPr>
            <a:t>Statistical and Modelling Approaches</a:t>
          </a:r>
          <a:endParaRPr lang="en-IN" sz="3000" kern="1200" dirty="0">
            <a:latin typeface="Times New Roman" panose="02020603050405020304" pitchFamily="18" charset="0"/>
            <a:cs typeface="Times New Roman" panose="02020603050405020304" pitchFamily="18" charset="0"/>
          </a:endParaRPr>
        </a:p>
      </dsp:txBody>
      <dsp:txXfrm>
        <a:off x="591668" y="1341723"/>
        <a:ext cx="5333036" cy="1042952"/>
      </dsp:txXfrm>
    </dsp:sp>
    <dsp:sp modelId="{FE445449-03D7-4E2F-A36F-3667CBFFF399}">
      <dsp:nvSpPr>
        <dsp:cNvPr id="0" name=""/>
        <dsp:cNvSpPr/>
      </dsp:nvSpPr>
      <dsp:spPr>
        <a:xfrm>
          <a:off x="1110093" y="2618550"/>
          <a:ext cx="6677254" cy="1107848"/>
        </a:xfrm>
        <a:prstGeom prst="roundRect">
          <a:avLst>
            <a:gd name="adj" fmla="val 10000"/>
          </a:avLst>
        </a:prstGeom>
        <a:solidFill>
          <a:schemeClr val="accent2">
            <a:hueOff val="2589641"/>
            <a:satOff val="-5568"/>
            <a:lumOff val="1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b="1" kern="1200" dirty="0">
              <a:latin typeface="Times New Roman" panose="02020603050405020304" pitchFamily="18" charset="0"/>
              <a:cs typeface="Times New Roman" panose="02020603050405020304" pitchFamily="18" charset="0"/>
            </a:rPr>
            <a:t>Environmental impacts assessment</a:t>
          </a:r>
          <a:endParaRPr lang="en-IN" sz="3000" kern="1200" dirty="0">
            <a:latin typeface="Times New Roman" panose="02020603050405020304" pitchFamily="18" charset="0"/>
            <a:cs typeface="Times New Roman" panose="02020603050405020304" pitchFamily="18" charset="0"/>
          </a:endParaRPr>
        </a:p>
      </dsp:txBody>
      <dsp:txXfrm>
        <a:off x="1142541" y="2650998"/>
        <a:ext cx="5341383" cy="1042952"/>
      </dsp:txXfrm>
    </dsp:sp>
    <dsp:sp modelId="{238D416A-FFD8-4C82-982D-E6F0EACF5999}">
      <dsp:nvSpPr>
        <dsp:cNvPr id="0" name=""/>
        <dsp:cNvSpPr/>
      </dsp:nvSpPr>
      <dsp:spPr>
        <a:xfrm>
          <a:off x="1669313" y="3927825"/>
          <a:ext cx="6677254" cy="1107848"/>
        </a:xfrm>
        <a:prstGeom prst="roundRect">
          <a:avLst>
            <a:gd name="adj" fmla="val 10000"/>
          </a:avLst>
        </a:prstGeom>
        <a:solidFill>
          <a:schemeClr val="accent2">
            <a:hueOff val="3884461"/>
            <a:satOff val="-8352"/>
            <a:lumOff val="2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b="1" kern="1200" dirty="0">
              <a:latin typeface="Times New Roman" panose="02020603050405020304" pitchFamily="18" charset="0"/>
              <a:cs typeface="Times New Roman" panose="02020603050405020304" pitchFamily="18" charset="0"/>
            </a:rPr>
            <a:t>Validation</a:t>
          </a:r>
          <a:endParaRPr lang="en-IN" sz="3000" kern="1200" dirty="0">
            <a:latin typeface="Times New Roman" panose="02020603050405020304" pitchFamily="18" charset="0"/>
            <a:cs typeface="Times New Roman" panose="02020603050405020304" pitchFamily="18" charset="0"/>
          </a:endParaRPr>
        </a:p>
      </dsp:txBody>
      <dsp:txXfrm>
        <a:off x="1701761" y="3960273"/>
        <a:ext cx="5333036" cy="1042952"/>
      </dsp:txXfrm>
    </dsp:sp>
    <dsp:sp modelId="{40E47C16-B80B-443A-8447-AC2707E794B8}">
      <dsp:nvSpPr>
        <dsp:cNvPr id="0" name=""/>
        <dsp:cNvSpPr/>
      </dsp:nvSpPr>
      <dsp:spPr>
        <a:xfrm>
          <a:off x="5957153" y="848511"/>
          <a:ext cx="720101" cy="72010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6119176" y="848511"/>
        <a:ext cx="396055" cy="541876"/>
      </dsp:txXfrm>
    </dsp:sp>
    <dsp:sp modelId="{85B9C822-5455-4E9D-A02F-396F4967D065}">
      <dsp:nvSpPr>
        <dsp:cNvPr id="0" name=""/>
        <dsp:cNvSpPr/>
      </dsp:nvSpPr>
      <dsp:spPr>
        <a:xfrm>
          <a:off x="6516373" y="2157786"/>
          <a:ext cx="720101" cy="720101"/>
        </a:xfrm>
        <a:prstGeom prst="downArrow">
          <a:avLst>
            <a:gd name="adj1" fmla="val 55000"/>
            <a:gd name="adj2" fmla="val 45000"/>
          </a:avLst>
        </a:prstGeom>
        <a:solidFill>
          <a:schemeClr val="accent2">
            <a:tint val="40000"/>
            <a:alpha val="90000"/>
            <a:hueOff val="2069277"/>
            <a:satOff val="1169"/>
            <a:lumOff val="3484"/>
            <a:alphaOff val="0"/>
          </a:schemeClr>
        </a:solidFill>
        <a:ln w="12700" cap="flat" cmpd="sng" algn="ctr">
          <a:solidFill>
            <a:schemeClr val="accent2">
              <a:tint val="40000"/>
              <a:alpha val="90000"/>
              <a:hueOff val="2069277"/>
              <a:satOff val="1169"/>
              <a:lumOff val="348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6678396" y="2157786"/>
        <a:ext cx="396055" cy="541876"/>
      </dsp:txXfrm>
    </dsp:sp>
    <dsp:sp modelId="{FDBA6A37-99F1-453B-816B-1557E486607F}">
      <dsp:nvSpPr>
        <dsp:cNvPr id="0" name=""/>
        <dsp:cNvSpPr/>
      </dsp:nvSpPr>
      <dsp:spPr>
        <a:xfrm>
          <a:off x="7067246" y="3467061"/>
          <a:ext cx="720101" cy="720101"/>
        </a:xfrm>
        <a:prstGeom prst="downArrow">
          <a:avLst>
            <a:gd name="adj1" fmla="val 55000"/>
            <a:gd name="adj2" fmla="val 45000"/>
          </a:avLst>
        </a:prstGeom>
        <a:solidFill>
          <a:schemeClr val="accent2">
            <a:tint val="40000"/>
            <a:alpha val="90000"/>
            <a:hueOff val="4138555"/>
            <a:satOff val="2337"/>
            <a:lumOff val="6969"/>
            <a:alphaOff val="0"/>
          </a:schemeClr>
        </a:solidFill>
        <a:ln w="12700" cap="flat" cmpd="sng" algn="ctr">
          <a:solidFill>
            <a:schemeClr val="accent2">
              <a:tint val="40000"/>
              <a:alpha val="90000"/>
              <a:hueOff val="4138555"/>
              <a:satOff val="2337"/>
              <a:lumOff val="69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7229269" y="3467061"/>
        <a:ext cx="396055" cy="54187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6/23/2025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6/23/2025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2336E-708E-900A-18D9-6627D28E9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9B156-DEAA-5018-C947-D5FB5315B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17954-E4D4-70AE-0EB5-906454FA78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22A1F1-E258-194A-8E06-D965C5E43D83}"/>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904361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531704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824759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885652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3802B-C8AA-8269-5F29-23425049A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B9A69-DB68-04FB-F582-7DBA4290A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0C41E-F7E6-D23D-C8C9-477C7615A9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143F82-6F73-EE4F-7551-48BFAF890D3D}"/>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155206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dirty="0"/>
              <a:t>Click icon to add picture</a:t>
            </a:r>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dirty="0"/>
              <a:t>Click icon to add picture</a:t>
            </a:r>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endParaRPr lang="en-US"/>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cpcb.nic.in/" TargetMode="External"/><Relationship Id="rId2" Type="http://schemas.openxmlformats.org/officeDocument/2006/relationships/hyperlink" Target="https://doi.org/10.1016/j.jenvs.2011.02.001" TargetMode="Externa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hyperlink" Target="https://mausam.imd.gov.in/" TargetMode="Externa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hyperlink" Target="https://www.who.int/" TargetMode="Externa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528337" y="2500614"/>
            <a:ext cx="11320381" cy="1569660"/>
          </a:xfrm>
        </p:spPr>
        <p:txBody>
          <a:bodyPr anchor="ctr"/>
          <a:lstStyle/>
          <a:p>
            <a:r>
              <a:rPr lang="en-IN" sz="2800" b="1" dirty="0">
                <a:latin typeface="Times New Roman" panose="02020603050405020304" pitchFamily="18" charset="0"/>
                <a:cs typeface="Times New Roman" panose="02020603050405020304" pitchFamily="18" charset="0"/>
              </a:rPr>
              <a:t>Research Topic: </a:t>
            </a:r>
            <a:br>
              <a:rPr lang="en-IN" sz="5400" dirty="0"/>
            </a:br>
            <a:r>
              <a:rPr lang="en-IN" sz="3600" b="1" dirty="0">
                <a:solidFill>
                  <a:schemeClr val="accent6">
                    <a:lumMod val="10000"/>
                  </a:schemeClr>
                </a:solidFill>
                <a:latin typeface="Times New Roman" panose="02020603050405020304" pitchFamily="18" charset="0"/>
                <a:cs typeface="Times New Roman" panose="02020603050405020304" pitchFamily="18" charset="0"/>
              </a:rPr>
              <a:t>Monitoring Air Quality and its Impact on Urban Environment of Pune City Using Geospatial Techniques   </a:t>
            </a:r>
            <a:br>
              <a:rPr lang="en-IN" sz="3600" dirty="0"/>
            </a:br>
            <a:br>
              <a:rPr lang="en-IN" sz="3600" dirty="0"/>
            </a:br>
            <a:r>
              <a:rPr lang="en-US" sz="3600" b="1" dirty="0"/>
              <a:t> </a:t>
            </a:r>
            <a:endParaRPr lang="en-IN" sz="3600" dirty="0"/>
          </a:p>
        </p:txBody>
      </p:sp>
      <p:sp>
        <p:nvSpPr>
          <p:cNvPr id="2" name="TextBox 1">
            <a:extLst>
              <a:ext uri="{FF2B5EF4-FFF2-40B4-BE49-F238E27FC236}">
                <a16:creationId xmlns:a16="http://schemas.microsoft.com/office/drawing/2014/main" id="{28B3B956-452B-F18D-FA45-6537CEDCAE61}"/>
              </a:ext>
            </a:extLst>
          </p:cNvPr>
          <p:cNvSpPr txBox="1"/>
          <p:nvPr/>
        </p:nvSpPr>
        <p:spPr>
          <a:xfrm>
            <a:off x="1752600" y="373940"/>
            <a:ext cx="8686800" cy="1569660"/>
          </a:xfrm>
          <a:prstGeom prst="rect">
            <a:avLst/>
          </a:prstGeom>
          <a:noFill/>
        </p:spPr>
        <p:txBody>
          <a:bodyPr wrap="square" rtlCol="0">
            <a:spAutoFit/>
          </a:bodyPr>
          <a:lstStyle/>
          <a:p>
            <a:pPr algn="ctr"/>
            <a:r>
              <a:rPr lang="en-IN" sz="2400" b="1" dirty="0">
                <a:solidFill>
                  <a:srgbClr val="000000"/>
                </a:solidFill>
                <a:latin typeface="Times New Roman" panose="02020603050405020304" pitchFamily="18" charset="0"/>
                <a:cs typeface="Times New Roman" panose="02020603050405020304" pitchFamily="18" charset="0"/>
              </a:rPr>
              <a:t>Research centre:</a:t>
            </a:r>
            <a:endParaRPr lang="en-IN" sz="2400" dirty="0">
              <a:solidFill>
                <a:srgbClr val="000000"/>
              </a:solidFill>
              <a:latin typeface="Times New Roman" panose="02020603050405020304" pitchFamily="18" charset="0"/>
              <a:cs typeface="Times New Roman" panose="02020603050405020304" pitchFamily="18" charset="0"/>
            </a:endParaRPr>
          </a:p>
          <a:p>
            <a:pPr algn="ctr"/>
            <a:r>
              <a:rPr lang="en-IN" sz="2400" b="1" dirty="0">
                <a:solidFill>
                  <a:srgbClr val="000000"/>
                </a:solidFill>
                <a:latin typeface="Times New Roman" panose="02020603050405020304" pitchFamily="18" charset="0"/>
                <a:cs typeface="Times New Roman" panose="02020603050405020304" pitchFamily="18" charset="0"/>
              </a:rPr>
              <a:t>Postgraduate Teaching and Research Centre, </a:t>
            </a:r>
            <a:endParaRPr lang="en-IN" sz="2400" dirty="0">
              <a:solidFill>
                <a:srgbClr val="000000"/>
              </a:solidFill>
              <a:latin typeface="Times New Roman" panose="02020603050405020304" pitchFamily="18" charset="0"/>
              <a:cs typeface="Times New Roman" panose="02020603050405020304" pitchFamily="18" charset="0"/>
            </a:endParaRPr>
          </a:p>
          <a:p>
            <a:pPr algn="ctr"/>
            <a:r>
              <a:rPr lang="en-IN" sz="2400" dirty="0">
                <a:solidFill>
                  <a:srgbClr val="000000"/>
                </a:solidFill>
                <a:latin typeface="Times New Roman" panose="02020603050405020304" pitchFamily="18" charset="0"/>
                <a:cs typeface="Times New Roman" panose="02020603050405020304" pitchFamily="18" charset="0"/>
              </a:rPr>
              <a:t>Department of Geography, S. P. College, Pune</a:t>
            </a:r>
          </a:p>
          <a:p>
            <a:pPr algn="ctr"/>
            <a:endParaRPr lang="en-IN" sz="2400" dirty="0">
              <a:solidFill>
                <a:srgbClr val="0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38699C-AB57-FC31-5A08-07AB1592E1EE}"/>
              </a:ext>
            </a:extLst>
          </p:cNvPr>
          <p:cNvSpPr txBox="1"/>
          <p:nvPr/>
        </p:nvSpPr>
        <p:spPr>
          <a:xfrm>
            <a:off x="2982685" y="4070274"/>
            <a:ext cx="7282543" cy="954107"/>
          </a:xfrm>
          <a:prstGeom prst="rect">
            <a:avLst/>
          </a:prstGeom>
          <a:noFill/>
        </p:spPr>
        <p:txBody>
          <a:bodyPr wrap="square" rtlCol="0">
            <a:spAutoFit/>
          </a:bodyPr>
          <a:lstStyle/>
          <a:p>
            <a:r>
              <a:rPr lang="en-IN" sz="2800" b="1" dirty="0">
                <a:solidFill>
                  <a:srgbClr val="000000"/>
                </a:solidFill>
                <a:latin typeface="Times New Roman" panose="02020603050405020304" pitchFamily="18" charset="0"/>
                <a:cs typeface="Times New Roman" panose="02020603050405020304" pitchFamily="18" charset="0"/>
              </a:rPr>
              <a:t>Name of the Researcher: Kshitij S. Bairagi</a:t>
            </a:r>
            <a:endParaRPr lang="en-IN" sz="2800" dirty="0">
              <a:solidFill>
                <a:srgbClr val="000000"/>
              </a:solidFill>
              <a:latin typeface="Times New Roman" panose="02020603050405020304" pitchFamily="18" charset="0"/>
              <a:cs typeface="Times New Roman" panose="02020603050405020304" pitchFamily="18" charset="0"/>
            </a:endParaRPr>
          </a:p>
          <a:p>
            <a:endParaRPr lang="en-IN" sz="2800" dirty="0">
              <a:solidFill>
                <a:srgbClr val="0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D810CF6-BD7A-1753-4EEB-D014098722BC}"/>
              </a:ext>
            </a:extLst>
          </p:cNvPr>
          <p:cNvSpPr txBox="1"/>
          <p:nvPr/>
        </p:nvSpPr>
        <p:spPr>
          <a:xfrm>
            <a:off x="2024743" y="5002610"/>
            <a:ext cx="8327571" cy="1200329"/>
          </a:xfrm>
          <a:prstGeom prst="rect">
            <a:avLst/>
          </a:prstGeom>
          <a:noFill/>
        </p:spPr>
        <p:txBody>
          <a:bodyPr wrap="square" rtlCol="0">
            <a:spAutoFit/>
          </a:bodyPr>
          <a:lstStyle/>
          <a:p>
            <a:pPr algn="ctr"/>
            <a:r>
              <a:rPr lang="en-IN" sz="2400" b="1" dirty="0">
                <a:solidFill>
                  <a:srgbClr val="000000"/>
                </a:solidFill>
                <a:latin typeface="Times New Roman" panose="02020603050405020304" pitchFamily="18" charset="0"/>
                <a:cs typeface="Times New Roman" panose="02020603050405020304" pitchFamily="18" charset="0"/>
              </a:rPr>
              <a:t>Research Guide: Dr. Nitin N. Mundhe (Associate Professor) </a:t>
            </a:r>
            <a:endParaRPr lang="en-IN" sz="2400" dirty="0">
              <a:solidFill>
                <a:srgbClr val="000000"/>
              </a:solidFill>
              <a:latin typeface="Times New Roman" panose="02020603050405020304" pitchFamily="18" charset="0"/>
              <a:cs typeface="Times New Roman" panose="02020603050405020304" pitchFamily="18" charset="0"/>
            </a:endParaRPr>
          </a:p>
          <a:p>
            <a:pPr algn="ctr"/>
            <a:r>
              <a:rPr lang="en-IN" sz="2400" dirty="0">
                <a:solidFill>
                  <a:srgbClr val="000000"/>
                </a:solidFill>
                <a:latin typeface="Times New Roman" panose="02020603050405020304" pitchFamily="18" charset="0"/>
                <a:cs typeface="Times New Roman" panose="02020603050405020304" pitchFamily="18" charset="0"/>
              </a:rPr>
              <a:t>Department of Geography, S. P. College, Pune</a:t>
            </a:r>
          </a:p>
          <a:p>
            <a:pPr algn="ct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914400"/>
            <a:ext cx="5677469" cy="204716"/>
          </a:xfrm>
        </p:spPr>
        <p:txBody>
          <a:bodyPr/>
          <a:lstStyle/>
          <a:p>
            <a:br>
              <a:rPr lang="en-IN" dirty="0"/>
            </a:br>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sp>
        <p:nvSpPr>
          <p:cNvPr id="2" name="Content Placeholder 1"/>
          <p:cNvSpPr>
            <a:spLocks noGrp="1"/>
          </p:cNvSpPr>
          <p:nvPr>
            <p:ph sz="quarter" idx="10"/>
          </p:nvPr>
        </p:nvSpPr>
        <p:spPr>
          <a:xfrm>
            <a:off x="78812" y="890516"/>
            <a:ext cx="11838432" cy="5704764"/>
          </a:xfrm>
        </p:spPr>
        <p:txBody>
          <a:bodyPr>
            <a:normAutofit/>
          </a:bodyPr>
          <a:lstStyle/>
          <a:p>
            <a:pPr algn="just">
              <a:lnSpc>
                <a:spcPct val="150000"/>
              </a:lnSpc>
            </a:pPr>
            <a:r>
              <a:rPr lang="en-IN" sz="2400" dirty="0">
                <a:latin typeface="Times New Roman" panose="02020603050405020304" pitchFamily="18" charset="0"/>
                <a:cs typeface="Times New Roman" panose="02020603050405020304" pitchFamily="18" charset="0"/>
              </a:rPr>
              <a:t>The global significance of Declining Air quality is underscored by evidence that approximately 91% of the world’s population inhabits regions where air pollution exceeds the World Health Organization’s recommended thresholds (WHO, 2021).</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Urban agglomeration in western India, serves as a key case study for examining these dynamics. As one of India’s most rapidly expanding metropolitan areas, Pune has experienced a population surge of over 20% between 2011 and 2021, reaching an estimated 7.4 million residents. </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A sharp increase in vehicular density, with registered vehicles surpassing 4.4 million by 2022 (RTO Pune, 2022). </a:t>
            </a:r>
          </a:p>
          <a:p>
            <a:pPr algn="just">
              <a:lnSpc>
                <a:spcPct val="150000"/>
              </a:lnSpc>
            </a:pPr>
            <a:endParaRPr lang="en-IN" sz="24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766782" y="150125"/>
            <a:ext cx="4681182" cy="559558"/>
          </a:xfrm>
          <a:prstGeom prst="roundRect">
            <a:avLst/>
          </a:prstGeom>
          <a:solidFill>
            <a:schemeClr val="accent2">
              <a:lumMod val="75000"/>
            </a:schemeClr>
          </a:solidFill>
          <a:ln w="19050">
            <a:solidFill>
              <a:srgbClr val="6B5854"/>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626592" y="177420"/>
            <a:ext cx="3766782"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INTRODUCTION</a:t>
            </a:r>
            <a:endParaRPr lang="en-IN"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AD6C-86B3-87F3-D25D-5245A965B418}"/>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1A21CB0F-6417-5933-DC0D-A027F0EBD4DB}"/>
              </a:ext>
            </a:extLst>
          </p:cNvPr>
          <p:cNvSpPr>
            <a:spLocks noGrp="1"/>
          </p:cNvSpPr>
          <p:nvPr>
            <p:ph type="title"/>
          </p:nvPr>
        </p:nvSpPr>
        <p:spPr>
          <a:xfrm>
            <a:off x="914400" y="914400"/>
            <a:ext cx="5677469" cy="204716"/>
          </a:xfrm>
        </p:spPr>
        <p:txBody>
          <a:bodyPr/>
          <a:lstStyle/>
          <a:p>
            <a:br>
              <a:rPr lang="en-IN" dirty="0"/>
            </a:br>
            <a:endParaRPr lang="en-US" dirty="0"/>
          </a:p>
        </p:txBody>
      </p:sp>
      <p:sp>
        <p:nvSpPr>
          <p:cNvPr id="3" name="Slide Number Placeholder 2">
            <a:extLst>
              <a:ext uri="{FF2B5EF4-FFF2-40B4-BE49-F238E27FC236}">
                <a16:creationId xmlns:a16="http://schemas.microsoft.com/office/drawing/2014/main" id="{BF3A66EC-B1F2-6E64-2694-AD0B64DAAD2C}"/>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
        <p:nvSpPr>
          <p:cNvPr id="2" name="Content Placeholder 1">
            <a:extLst>
              <a:ext uri="{FF2B5EF4-FFF2-40B4-BE49-F238E27FC236}">
                <a16:creationId xmlns:a16="http://schemas.microsoft.com/office/drawing/2014/main" id="{83128F64-6D5B-674F-F242-F179B25FB0E8}"/>
              </a:ext>
            </a:extLst>
          </p:cNvPr>
          <p:cNvSpPr>
            <a:spLocks noGrp="1"/>
          </p:cNvSpPr>
          <p:nvPr>
            <p:ph sz="quarter" idx="10"/>
          </p:nvPr>
        </p:nvSpPr>
        <p:spPr>
          <a:xfrm>
            <a:off x="304800" y="777923"/>
            <a:ext cx="11710416" cy="5704764"/>
          </a:xfrm>
        </p:spPr>
        <p:txBody>
          <a:bodyPr>
            <a:normAutofit lnSpcReduction="10000"/>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PM2.5 concentrations often range from 60–80 </a:t>
            </a:r>
            <a:r>
              <a:rPr lang="en-US" sz="2400" dirty="0" err="1">
                <a:solidFill>
                  <a:srgbClr val="000000"/>
                </a:solidFill>
                <a:latin typeface="Times New Roman" panose="02020603050405020304" pitchFamily="18" charset="0"/>
                <a:cs typeface="Times New Roman" panose="02020603050405020304" pitchFamily="18" charset="0"/>
              </a:rPr>
              <a:t>μg</a:t>
            </a:r>
            <a:r>
              <a:rPr lang="en-US" sz="2400" dirty="0">
                <a:solidFill>
                  <a:srgbClr val="000000"/>
                </a:solidFill>
                <a:latin typeface="Times New Roman" panose="02020603050405020304" pitchFamily="18" charset="0"/>
                <a:cs typeface="Times New Roman" panose="02020603050405020304" pitchFamily="18" charset="0"/>
              </a:rPr>
              <a:t>/m³, far exceeding the WHO’s guideline of 15 </a:t>
            </a:r>
            <a:r>
              <a:rPr lang="en-US" sz="2400" dirty="0" err="1">
                <a:solidFill>
                  <a:srgbClr val="000000"/>
                </a:solidFill>
                <a:latin typeface="Times New Roman" panose="02020603050405020304" pitchFamily="18" charset="0"/>
                <a:cs typeface="Times New Roman" panose="02020603050405020304" pitchFamily="18" charset="0"/>
              </a:rPr>
              <a:t>μg</a:t>
            </a:r>
            <a:r>
              <a:rPr lang="en-US" sz="2400" dirty="0">
                <a:solidFill>
                  <a:srgbClr val="000000"/>
                </a:solidFill>
                <a:latin typeface="Times New Roman" panose="02020603050405020304" pitchFamily="18" charset="0"/>
                <a:cs typeface="Times New Roman" panose="02020603050405020304" pitchFamily="18" charset="0"/>
              </a:rPr>
              <a:t>/m³. These pollutants contribute to health risks and environmental degradation.</a:t>
            </a:r>
            <a:endParaRPr lang="en-IN" sz="24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Research has documented temperature anomalies in PMR’s urban core, with average temperatures rising 2–3°C above those in surrounding rural areas during peak summer months (IMD, 2020). </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Addressing the intricate interplay between air quality and Environmental degradation in Pune city demands a data-driven and interdisciplinary approach. </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By analysing spatial and temporal variations in air quality parameters, pinpointing primary pollutant sources, and exploring their interactions with climatic factors, this study seeks to formulate actionable strategies to mitigate environmental risks. </a:t>
            </a:r>
          </a:p>
          <a:p>
            <a:pPr algn="just">
              <a:lnSpc>
                <a:spcPct val="150000"/>
              </a:lnSpc>
            </a:pPr>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3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fld id="{58FB4751-880F-D840-AAA9-3A15815CC996}" type="slidenum">
              <a:rPr lang="en-US" smtClean="0"/>
              <a:pPr/>
              <a:t>4</a:t>
            </a:fld>
            <a:endParaRPr lang="en-US" dirty="0"/>
          </a:p>
        </p:txBody>
      </p:sp>
      <p:sp>
        <p:nvSpPr>
          <p:cNvPr id="8" name="Content Placeholder 12"/>
          <p:cNvSpPr txBox="1">
            <a:spLocks/>
          </p:cNvSpPr>
          <p:nvPr/>
        </p:nvSpPr>
        <p:spPr>
          <a:xfrm>
            <a:off x="342138" y="960120"/>
            <a:ext cx="11507724" cy="493775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Kumar and Maharana (2020) underline the direct link between rapid urbanization and deteriorating air quality, advocating the use of GIS and remote sensing to identify pollution hotspots and support urban environmental planning.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Ilyas et al. (2010) similarly demonstrate that pollution levels in urban </a:t>
            </a:r>
            <a:r>
              <a:rPr lang="en-IN" sz="2400" dirty="0" err="1">
                <a:latin typeface="Times New Roman" panose="02020603050405020304" pitchFamily="18" charset="0"/>
                <a:cs typeface="Times New Roman" panose="02020603050405020304" pitchFamily="18" charset="0"/>
              </a:rPr>
              <a:t>centers</a:t>
            </a:r>
            <a:r>
              <a:rPr lang="en-IN" sz="2400" dirty="0">
                <a:latin typeface="Times New Roman" panose="02020603050405020304" pitchFamily="18" charset="0"/>
                <a:cs typeface="Times New Roman" panose="02020603050405020304" pitchFamily="18" charset="0"/>
              </a:rPr>
              <a:t> have significant health implications, particularly respiratory illnesses, and highlight how spatial monitoring enhances the understanding of pollutant dispersion.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Dadhich et al. (2017) analyse the impact of urban sprawl on air quality using satellite imagery, establishing a clear relationship between land use changes and elevated PM and NO₂ levels. </a:t>
            </a:r>
          </a:p>
          <a:p>
            <a:pPr marL="342900" indent="-342900" algn="just">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Nejadkoorki</a:t>
            </a:r>
            <a:r>
              <a:rPr lang="en-IN" sz="2400" dirty="0">
                <a:latin typeface="Times New Roman" panose="02020603050405020304" pitchFamily="18" charset="0"/>
                <a:cs typeface="Times New Roman" panose="02020603050405020304" pitchFamily="18" charset="0"/>
              </a:rPr>
              <a:t> et al. (2011) present a spatiotemporal framework for optimizing air quality monitoring networks, arguing that strategic placement of stations based on pollution variability improves data coverage and monitoring efficiency.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Liang et al. (2023) push the boundaries by integrating low-cost sensors, satellite data, and geospatial artificial intelligence (</a:t>
            </a:r>
            <a:r>
              <a:rPr lang="en-IN" sz="2400" dirty="0" err="1">
                <a:latin typeface="Times New Roman" panose="02020603050405020304" pitchFamily="18" charset="0"/>
                <a:cs typeface="Times New Roman" panose="02020603050405020304" pitchFamily="18" charset="0"/>
              </a:rPr>
              <a:t>GeoAI</a:t>
            </a:r>
            <a:r>
              <a:rPr lang="en-IN" sz="2400" dirty="0">
                <a:latin typeface="Times New Roman" panose="02020603050405020304" pitchFamily="18" charset="0"/>
                <a:cs typeface="Times New Roman" panose="02020603050405020304" pitchFamily="18" charset="0"/>
              </a:rPr>
              <a:t>), enabling high-resolution intra-urban pollution mapping and real-time analysis, especially valuable for urban areas with limited monitoring infrastructure.</a:t>
            </a:r>
          </a:p>
          <a:p>
            <a:pPr algn="just"/>
            <a:endParaRPr lang="en-IN" dirty="0">
              <a:solidFill>
                <a:srgbClr val="000000"/>
              </a:solidFill>
              <a:latin typeface="Times New Roman" panose="02020603050405020304" pitchFamily="18" charset="0"/>
              <a:cs typeface="Times New Roman" panose="02020603050405020304" pitchFamily="18" charset="0"/>
            </a:endParaRPr>
          </a:p>
        </p:txBody>
      </p:sp>
      <p:sp>
        <p:nvSpPr>
          <p:cNvPr id="9" name="Rounded Rectangle 8"/>
          <p:cNvSpPr/>
          <p:nvPr/>
        </p:nvSpPr>
        <p:spPr>
          <a:xfrm>
            <a:off x="3123028" y="98474"/>
            <a:ext cx="4909624" cy="492369"/>
          </a:xfrm>
          <a:prstGeom prst="roundRect">
            <a:avLst/>
          </a:prstGeom>
          <a:solidFill>
            <a:schemeClr val="accent2">
              <a:lumMod val="75000"/>
            </a:schemeClr>
          </a:solidFill>
          <a:ln w="19050">
            <a:solidFill>
              <a:srgbClr val="6B5854"/>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3193366" y="168812"/>
            <a:ext cx="4600136" cy="461665"/>
          </a:xfrm>
          <a:prstGeom prst="rect">
            <a:avLst/>
          </a:prstGeom>
          <a:noFill/>
          <a:ln>
            <a:solidFill>
              <a:srgbClr val="6B5854"/>
            </a:solidFill>
          </a:ln>
        </p:spPr>
        <p:txBody>
          <a:bodyPr wrap="square" rtlCol="0">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REVIEW OF LITERATURE</a:t>
            </a:r>
          </a:p>
        </p:txBody>
      </p:sp>
      <p:sp>
        <p:nvSpPr>
          <p:cNvPr id="17" name="TextBox 16"/>
          <p:cNvSpPr txBox="1"/>
          <p:nvPr/>
        </p:nvSpPr>
        <p:spPr>
          <a:xfrm>
            <a:off x="342138" y="430422"/>
            <a:ext cx="1659988"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GLOBAL</a:t>
            </a:r>
          </a:p>
        </p:txBody>
      </p:sp>
    </p:spTree>
    <p:extLst>
      <p:ext uri="{BB962C8B-B14F-4D97-AF65-F5344CB8AC3E}">
        <p14:creationId xmlns:p14="http://schemas.microsoft.com/office/powerpoint/2010/main" val="413864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3CFE-645D-8D81-FF7E-CDA79A077E1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3D75D1-E511-E156-DD7C-A45F4C882321}"/>
              </a:ext>
            </a:extLst>
          </p:cNvPr>
          <p:cNvSpPr>
            <a:spLocks noGrp="1"/>
          </p:cNvSpPr>
          <p:nvPr>
            <p:ph type="sldNum" sz="quarter" idx="4"/>
          </p:nvPr>
        </p:nvSpPr>
        <p:spPr/>
        <p:txBody>
          <a:bodyPr/>
          <a:lstStyle/>
          <a:p>
            <a:fld id="{58FB4751-880F-D840-AAA9-3A15815CC996}" type="slidenum">
              <a:rPr lang="en-US" smtClean="0"/>
              <a:pPr/>
              <a:t>5</a:t>
            </a:fld>
            <a:endParaRPr lang="en-US" dirty="0"/>
          </a:p>
        </p:txBody>
      </p:sp>
      <p:sp>
        <p:nvSpPr>
          <p:cNvPr id="8" name="Content Placeholder 12">
            <a:extLst>
              <a:ext uri="{FF2B5EF4-FFF2-40B4-BE49-F238E27FC236}">
                <a16:creationId xmlns:a16="http://schemas.microsoft.com/office/drawing/2014/main" id="{F6653558-F872-5117-D6C7-2FA77CEFC716}"/>
              </a:ext>
            </a:extLst>
          </p:cNvPr>
          <p:cNvSpPr txBox="1">
            <a:spLocks/>
          </p:cNvSpPr>
          <p:nvPr/>
        </p:nvSpPr>
        <p:spPr>
          <a:xfrm>
            <a:off x="342138" y="561702"/>
            <a:ext cx="11507724" cy="493775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Narashid</a:t>
            </a:r>
            <a:r>
              <a:rPr lang="en-IN" sz="2400" dirty="0">
                <a:latin typeface="Times New Roman" panose="02020603050405020304" pitchFamily="18" charset="0"/>
                <a:cs typeface="Times New Roman" panose="02020603050405020304" pitchFamily="18" charset="0"/>
              </a:rPr>
              <a:t> and Mohd (2010) highlight the potential of remote sensing and GIS as cost-effective methods for monitoring air quality over large areas, capable of capturing both spatial extent and seasonal trends.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Jumaah et al. (2019) utilize Inverse Distance Weighting (IDW) and Ordinary Least Squares (OLS) regression within a GIS framework to predict AQI and identify pollution patterns, proving useful in data-scarce environments. </a:t>
            </a: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Zhalehdoost</a:t>
            </a:r>
            <a:r>
              <a:rPr lang="en-IN" sz="2400" dirty="0">
                <a:latin typeface="Times New Roman" panose="02020603050405020304" pitchFamily="18" charset="0"/>
                <a:cs typeface="Times New Roman" panose="02020603050405020304" pitchFamily="18" charset="0"/>
              </a:rPr>
              <a:t> and </a:t>
            </a:r>
            <a:r>
              <a:rPr lang="en-IN" sz="2400" dirty="0" err="1">
                <a:latin typeface="Times New Roman" panose="02020603050405020304" pitchFamily="18" charset="0"/>
                <a:cs typeface="Times New Roman" panose="02020603050405020304" pitchFamily="18" charset="0"/>
              </a:rPr>
              <a:t>Taleai</a:t>
            </a:r>
            <a:r>
              <a:rPr lang="en-IN" sz="2400" dirty="0">
                <a:latin typeface="Times New Roman" panose="02020603050405020304" pitchFamily="18" charset="0"/>
                <a:cs typeface="Times New Roman" panose="02020603050405020304" pitchFamily="18" charset="0"/>
              </a:rPr>
              <a:t> (2022) provide an extensive review of machine learning applications in geospatial air pollution analysis, showing how AI models, when integrated with spatial data, enhance the predictive accuracy of pollution trends.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Denby et al. (2005) recommend hybrid interpolation-assimilation methods that combine observational data with atmospheric modelling to improve the spatial reliability of large-scale air quality assessments.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Collins et al. (1995) study reinforce the critical role of geospatial analysis, statistical modelling, and emerging technologies in capturing the spatial and temporal dimensions of air pollution.  </a:t>
            </a:r>
          </a:p>
          <a:p>
            <a:pPr algn="just"/>
            <a:endParaRPr lang="en-I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0420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C4ED-31CC-419B-CCC2-C88DD9AC4CB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8FED9A-7448-7B3E-0278-C00D2113A409}"/>
              </a:ext>
            </a:extLst>
          </p:cNvPr>
          <p:cNvSpPr>
            <a:spLocks noGrp="1"/>
          </p:cNvSpPr>
          <p:nvPr>
            <p:ph type="sldNum" sz="quarter" idx="4"/>
          </p:nvPr>
        </p:nvSpPr>
        <p:spPr/>
        <p:txBody>
          <a:bodyPr/>
          <a:lstStyle/>
          <a:p>
            <a:fld id="{58FB4751-880F-D840-AAA9-3A15815CC996}" type="slidenum">
              <a:rPr lang="en-US" smtClean="0"/>
              <a:pPr/>
              <a:t>6</a:t>
            </a:fld>
            <a:endParaRPr lang="en-US" dirty="0"/>
          </a:p>
        </p:txBody>
      </p:sp>
      <p:sp>
        <p:nvSpPr>
          <p:cNvPr id="8" name="Content Placeholder 12">
            <a:extLst>
              <a:ext uri="{FF2B5EF4-FFF2-40B4-BE49-F238E27FC236}">
                <a16:creationId xmlns:a16="http://schemas.microsoft.com/office/drawing/2014/main" id="{2E642DE2-DAE1-E074-ADCE-C0E7CEEF4D5E}"/>
              </a:ext>
            </a:extLst>
          </p:cNvPr>
          <p:cNvSpPr txBox="1">
            <a:spLocks/>
          </p:cNvSpPr>
          <p:nvPr/>
        </p:nvSpPr>
        <p:spPr>
          <a:xfrm>
            <a:off x="762138" y="1634955"/>
            <a:ext cx="4899074" cy="493775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1800" dirty="0">
              <a:solidFill>
                <a:srgbClr val="000000"/>
              </a:solidFill>
              <a:latin typeface="Times New Roman" panose="02020603050405020304" pitchFamily="18" charset="0"/>
              <a:cs typeface="Times New Roman" panose="02020603050405020304" pitchFamily="18" charset="0"/>
            </a:endParaRPr>
          </a:p>
        </p:txBody>
      </p:sp>
      <p:sp>
        <p:nvSpPr>
          <p:cNvPr id="11" name="Content Placeholder 13">
            <a:extLst>
              <a:ext uri="{FF2B5EF4-FFF2-40B4-BE49-F238E27FC236}">
                <a16:creationId xmlns:a16="http://schemas.microsoft.com/office/drawing/2014/main" id="{726FB96B-C36F-7856-FC57-AB53E9467BE0}"/>
              </a:ext>
            </a:extLst>
          </p:cNvPr>
          <p:cNvSpPr txBox="1">
            <a:spLocks/>
          </p:cNvSpPr>
          <p:nvPr/>
        </p:nvSpPr>
        <p:spPr>
          <a:xfrm>
            <a:off x="392003" y="1439024"/>
            <a:ext cx="11292505" cy="488872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Kaur and Pandey (2021) reviewed the critical connections between air pollution, climate change, and health in Indian cities. They detailed how rising temperatures and altered weather patterns intensify air pollution’s health impacts.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Sharma et al. (2019)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air pollution trends across Delhi, Bengaluru, and Chennai between 2015 and 2018, It categorized pollution levels into critically polluted (CP), highly polluted (HP), moderately polluted (MP), and low polluted (LP) zones.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Biswas et al. (2011) evaluated 24-hour, 8-hour, and 1-hour averages of criteria pollutants (PM2.5, SO₂, NO₂, PM10, and CO) across various sites in Delhi. Their findings were complemented by Kumar and Goyal (2011a, 2011b), who developed predictive models for air quality indices (AQI) in Delhi. </a:t>
            </a:r>
          </a:p>
          <a:p>
            <a:pPr marL="342900" indent="-342900" algn="just">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Dorage</a:t>
            </a:r>
            <a:r>
              <a:rPr lang="en-IN" sz="2400" dirty="0">
                <a:latin typeface="Times New Roman" panose="02020603050405020304" pitchFamily="18" charset="0"/>
                <a:cs typeface="Times New Roman" panose="02020603050405020304" pitchFamily="18" charset="0"/>
              </a:rPr>
              <a:t> et al. (2021)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Pune City’s Air Quality Index (AQI) using machine learning and time series forecasting. The study highlighted the growing environmental and health risks posed by air pollution in Pune. </a:t>
            </a:r>
            <a:endParaRPr lang="en-IN" sz="2800" dirty="0">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1AF5C892-5759-FCDC-0864-FA58A0E14115}"/>
              </a:ext>
            </a:extLst>
          </p:cNvPr>
          <p:cNvSpPr/>
          <p:nvPr/>
        </p:nvSpPr>
        <p:spPr>
          <a:xfrm>
            <a:off x="3123028" y="98474"/>
            <a:ext cx="4909624" cy="492369"/>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25BEF6B-6A12-A839-E9C2-AF52DC2A0DBC}"/>
              </a:ext>
            </a:extLst>
          </p:cNvPr>
          <p:cNvSpPr txBox="1"/>
          <p:nvPr/>
        </p:nvSpPr>
        <p:spPr>
          <a:xfrm>
            <a:off x="3123028" y="111938"/>
            <a:ext cx="4909623" cy="461665"/>
          </a:xfrm>
          <a:prstGeom prst="rect">
            <a:avLst/>
          </a:prstGeom>
          <a:noFill/>
          <a:ln w="19050">
            <a:solidFill>
              <a:srgbClr val="6B5854"/>
            </a:solidFill>
          </a:ln>
        </p:spPr>
        <p:txBody>
          <a:bodyPr wrap="square" rtlCol="0">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REVIEW OF LITERATURE</a:t>
            </a:r>
          </a:p>
        </p:txBody>
      </p:sp>
      <p:sp>
        <p:nvSpPr>
          <p:cNvPr id="18" name="TextBox 17">
            <a:extLst>
              <a:ext uri="{FF2B5EF4-FFF2-40B4-BE49-F238E27FC236}">
                <a16:creationId xmlns:a16="http://schemas.microsoft.com/office/drawing/2014/main" id="{47CB0360-A15D-0601-BFCF-D5F6BF6A4643}"/>
              </a:ext>
            </a:extLst>
          </p:cNvPr>
          <p:cNvSpPr txBox="1"/>
          <p:nvPr/>
        </p:nvSpPr>
        <p:spPr>
          <a:xfrm>
            <a:off x="464066" y="712789"/>
            <a:ext cx="1913206"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REGIONAL</a:t>
            </a:r>
          </a:p>
        </p:txBody>
      </p:sp>
    </p:spTree>
    <p:extLst>
      <p:ext uri="{BB962C8B-B14F-4D97-AF65-F5344CB8AC3E}">
        <p14:creationId xmlns:p14="http://schemas.microsoft.com/office/powerpoint/2010/main" val="40649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0D704-C2AC-1EB3-8403-065507AA6E1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2B13F4C-B700-B202-BE05-C9915487C31B}"/>
              </a:ext>
            </a:extLst>
          </p:cNvPr>
          <p:cNvSpPr>
            <a:spLocks noGrp="1"/>
          </p:cNvSpPr>
          <p:nvPr>
            <p:ph type="sldNum" sz="quarter" idx="4"/>
          </p:nvPr>
        </p:nvSpPr>
        <p:spPr/>
        <p:txBody>
          <a:bodyPr/>
          <a:lstStyle/>
          <a:p>
            <a:fld id="{58FB4751-880F-D840-AAA9-3A15815CC996}" type="slidenum">
              <a:rPr lang="en-US" smtClean="0"/>
              <a:pPr/>
              <a:t>7</a:t>
            </a:fld>
            <a:endParaRPr lang="en-US" dirty="0"/>
          </a:p>
        </p:txBody>
      </p:sp>
      <p:sp>
        <p:nvSpPr>
          <p:cNvPr id="8" name="Content Placeholder 12">
            <a:extLst>
              <a:ext uri="{FF2B5EF4-FFF2-40B4-BE49-F238E27FC236}">
                <a16:creationId xmlns:a16="http://schemas.microsoft.com/office/drawing/2014/main" id="{D489CF6E-2089-8D5C-91F8-33B35F4D40B3}"/>
              </a:ext>
            </a:extLst>
          </p:cNvPr>
          <p:cNvSpPr txBox="1">
            <a:spLocks/>
          </p:cNvSpPr>
          <p:nvPr/>
        </p:nvSpPr>
        <p:spPr>
          <a:xfrm>
            <a:off x="762138" y="1634955"/>
            <a:ext cx="4899074" cy="493775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1800" dirty="0">
              <a:solidFill>
                <a:srgbClr val="000000"/>
              </a:solidFill>
              <a:latin typeface="Times New Roman" panose="02020603050405020304" pitchFamily="18" charset="0"/>
              <a:cs typeface="Times New Roman" panose="02020603050405020304" pitchFamily="18" charset="0"/>
            </a:endParaRPr>
          </a:p>
        </p:txBody>
      </p:sp>
      <p:sp>
        <p:nvSpPr>
          <p:cNvPr id="11" name="Content Placeholder 13">
            <a:extLst>
              <a:ext uri="{FF2B5EF4-FFF2-40B4-BE49-F238E27FC236}">
                <a16:creationId xmlns:a16="http://schemas.microsoft.com/office/drawing/2014/main" id="{7BCC5E53-7333-6833-BD93-57A762336E24}"/>
              </a:ext>
            </a:extLst>
          </p:cNvPr>
          <p:cNvSpPr txBox="1">
            <a:spLocks/>
          </p:cNvSpPr>
          <p:nvPr/>
        </p:nvSpPr>
        <p:spPr>
          <a:xfrm>
            <a:off x="449747" y="886367"/>
            <a:ext cx="11292505" cy="488872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Mundhe et al. (2014) in the article titled, “Impact of urbanization on land use/land covers change using Geo-spatial techniques” found that, the decreasing area under water bodies, vegetation, fallow land and agricultural land etc. directly or indirectly causing ain degradation of environment.</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Gadekar (2020) reviewed Pune’s air pollution trends, emphasizing high levels of respirable suspended particulate matter (RSPM) exceeding permissible limits. Vehicular emissions were identified as the primary source, with hotspots like Nal Stop and </a:t>
            </a:r>
            <a:r>
              <a:rPr lang="en-IN" sz="2400" dirty="0" err="1">
                <a:latin typeface="Times New Roman" panose="02020603050405020304" pitchFamily="18" charset="0"/>
                <a:cs typeface="Times New Roman" panose="02020603050405020304" pitchFamily="18" charset="0"/>
              </a:rPr>
              <a:t>Swargate</a:t>
            </a:r>
            <a:r>
              <a:rPr lang="en-IN" sz="2400" dirty="0">
                <a:latin typeface="Times New Roman" panose="02020603050405020304" pitchFamily="18" charset="0"/>
                <a:cs typeface="Times New Roman" panose="02020603050405020304" pitchFamily="18" charset="0"/>
              </a:rPr>
              <a:t> experiencing severe traffic-related pollution. Industrial activities in areas such as </a:t>
            </a:r>
            <a:r>
              <a:rPr lang="en-IN" sz="2400" dirty="0" err="1">
                <a:latin typeface="Times New Roman" panose="02020603050405020304" pitchFamily="18" charset="0"/>
                <a:cs typeface="Times New Roman" panose="02020603050405020304" pitchFamily="18" charset="0"/>
              </a:rPr>
              <a:t>Bhosari</a:t>
            </a:r>
            <a:r>
              <a:rPr lang="en-IN" sz="2400" dirty="0">
                <a:latin typeface="Times New Roman" panose="02020603050405020304" pitchFamily="18" charset="0"/>
                <a:cs typeface="Times New Roman" panose="02020603050405020304" pitchFamily="18" charset="0"/>
              </a:rPr>
              <a:t> and Pimpri-Chinchwad further contributed to particulate emissions. </a:t>
            </a:r>
          </a:p>
        </p:txBody>
      </p:sp>
    </p:spTree>
    <p:extLst>
      <p:ext uri="{BB962C8B-B14F-4D97-AF65-F5344CB8AC3E}">
        <p14:creationId xmlns:p14="http://schemas.microsoft.com/office/powerpoint/2010/main" val="28009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8E79-9872-57E7-3155-2FB41849BF6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0CF4634-70F6-ADBF-4E4A-9F82A024B5C8}"/>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8" name="Content Placeholder 12">
            <a:extLst>
              <a:ext uri="{FF2B5EF4-FFF2-40B4-BE49-F238E27FC236}">
                <a16:creationId xmlns:a16="http://schemas.microsoft.com/office/drawing/2014/main" id="{8A651D7E-4BA2-2982-A317-BE1FDE6E2FD6}"/>
              </a:ext>
            </a:extLst>
          </p:cNvPr>
          <p:cNvSpPr txBox="1">
            <a:spLocks/>
          </p:cNvSpPr>
          <p:nvPr/>
        </p:nvSpPr>
        <p:spPr>
          <a:xfrm>
            <a:off x="653281" y="1207452"/>
            <a:ext cx="10210662" cy="493775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1800" dirty="0">
              <a:solidFill>
                <a:srgbClr val="000000"/>
              </a:solidFill>
              <a:latin typeface="Times New Roman" panose="02020603050405020304" pitchFamily="18" charset="0"/>
              <a:cs typeface="Times New Roman" panose="02020603050405020304" pitchFamily="18" charset="0"/>
            </a:endParaRPr>
          </a:p>
        </p:txBody>
      </p:sp>
      <p:sp>
        <p:nvSpPr>
          <p:cNvPr id="11" name="Content Placeholder 13">
            <a:extLst>
              <a:ext uri="{FF2B5EF4-FFF2-40B4-BE49-F238E27FC236}">
                <a16:creationId xmlns:a16="http://schemas.microsoft.com/office/drawing/2014/main" id="{50E64A77-5AB6-13D6-CDD3-F59D2433E603}"/>
              </a:ext>
            </a:extLst>
          </p:cNvPr>
          <p:cNvSpPr txBox="1">
            <a:spLocks/>
          </p:cNvSpPr>
          <p:nvPr/>
        </p:nvSpPr>
        <p:spPr>
          <a:xfrm>
            <a:off x="449747" y="1256482"/>
            <a:ext cx="11292505" cy="488872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Rising vehicle emissions, industrial activity, and ongoing construction contribute to deteriorating air quality, making it a growing environmental concern.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There is a need to systematically assess the spatial distribution of air pollutants and their impacts on the urban environment to enable effective policy decisions and mitigation strategies.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The application of geospatial techniques allows for a detailed, area-specific analysis of air quality, identifying hotspots and vulnerable zones within the city.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By integrating Air Quality Index data with geographic information, this study aims to provide valuable insight into the current air pollution scenario in Pune, guiding stakeholders in framing strategies for improving air quality and protecting the health of future generations.</a:t>
            </a:r>
          </a:p>
          <a:p>
            <a:pPr algn="just"/>
            <a:endParaRPr lang="en-IN" sz="2400" dirty="0">
              <a:solidFill>
                <a:srgbClr val="000000"/>
              </a:solidFill>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8DB1D6FB-A78F-EF48-AD2C-88C63E6C8BC5}"/>
              </a:ext>
            </a:extLst>
          </p:cNvPr>
          <p:cNvSpPr/>
          <p:nvPr/>
        </p:nvSpPr>
        <p:spPr>
          <a:xfrm>
            <a:off x="3494314" y="214434"/>
            <a:ext cx="4144444" cy="492369"/>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A282EFD-C634-4E35-6176-FD0008180648}"/>
              </a:ext>
            </a:extLst>
          </p:cNvPr>
          <p:cNvSpPr txBox="1"/>
          <p:nvPr/>
        </p:nvSpPr>
        <p:spPr>
          <a:xfrm>
            <a:off x="3494314" y="214434"/>
            <a:ext cx="4144444" cy="523220"/>
          </a:xfrm>
          <a:prstGeom prst="rect">
            <a:avLst/>
          </a:prstGeom>
          <a:noFill/>
          <a:ln w="12700">
            <a:solidFill>
              <a:srgbClr val="6B5854"/>
            </a:solidFill>
          </a:ln>
        </p:spPr>
        <p:txBody>
          <a:bodyPr wrap="square" rtlCol="0">
            <a:sp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Rationale of the Study</a:t>
            </a:r>
            <a:endParaRPr lang="en-IN" sz="3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841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80601005"/>
              </p:ext>
            </p:extLst>
          </p:nvPr>
        </p:nvGraphicFramePr>
        <p:xfrm>
          <a:off x="239486" y="122830"/>
          <a:ext cx="11456645" cy="66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386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0" y="668740"/>
            <a:ext cx="5762539" cy="6189260"/>
          </a:xfrm>
        </p:spPr>
        <p:txBody>
          <a:bodyPr>
            <a:normAutofit fontScale="85000" lnSpcReduction="10000"/>
          </a:bodyPr>
          <a:lstStyle/>
          <a:p>
            <a:pPr marL="342900" indent="-342900" algn="just">
              <a:lnSpc>
                <a:spcPct val="120000"/>
              </a:lnSpc>
              <a:buFont typeface="Arial" panose="020B0604020202020204" pitchFamily="34" charset="0"/>
              <a:buChar char="•"/>
            </a:pPr>
            <a:r>
              <a:rPr lang="en-IN" sz="2600" dirty="0">
                <a:solidFill>
                  <a:srgbClr val="000000"/>
                </a:solidFill>
                <a:latin typeface="Times New Roman" panose="02020603050405020304" pitchFamily="18" charset="0"/>
                <a:cs typeface="Times New Roman" panose="02020603050405020304" pitchFamily="18" charset="0"/>
              </a:rPr>
              <a:t>Pune city lies between latitudes 18° 25'N and 18° 37'N and longitudes between73° 44'E and 73° 57’E.</a:t>
            </a:r>
          </a:p>
          <a:p>
            <a:pPr marL="342900" indent="-342900" algn="just">
              <a:lnSpc>
                <a:spcPct val="120000"/>
              </a:lnSpc>
              <a:buFont typeface="Arial" panose="020B0604020202020204" pitchFamily="34" charset="0"/>
              <a:buChar char="•"/>
            </a:pPr>
            <a:r>
              <a:rPr lang="en-IN" sz="2600" dirty="0">
                <a:solidFill>
                  <a:srgbClr val="000000"/>
                </a:solidFill>
                <a:latin typeface="Times New Roman" panose="02020603050405020304" pitchFamily="18" charset="0"/>
                <a:cs typeface="Times New Roman" panose="02020603050405020304" pitchFamily="18" charset="0"/>
              </a:rPr>
              <a:t>The geographical area is around 243.84 </a:t>
            </a:r>
            <a:r>
              <a:rPr lang="en-IN" sz="2600" dirty="0" err="1">
                <a:solidFill>
                  <a:srgbClr val="000000"/>
                </a:solidFill>
                <a:latin typeface="Times New Roman" panose="02020603050405020304" pitchFamily="18" charset="0"/>
                <a:cs typeface="Times New Roman" panose="02020603050405020304" pitchFamily="18" charset="0"/>
              </a:rPr>
              <a:t>Sq.Km</a:t>
            </a:r>
            <a:r>
              <a:rPr lang="en-IN" sz="2600" dirty="0">
                <a:solidFill>
                  <a:srgbClr val="000000"/>
                </a:solidFill>
                <a:latin typeface="Times New Roman" panose="02020603050405020304" pitchFamily="18" charset="0"/>
                <a:cs typeface="Times New Roman" panose="02020603050405020304" pitchFamily="18" charset="0"/>
              </a:rPr>
              <a:t> with a population of around 3.1 million composed of 76 general electoral wards.</a:t>
            </a:r>
          </a:p>
          <a:p>
            <a:pPr marL="342900" indent="-342900" algn="just">
              <a:lnSpc>
                <a:spcPct val="120000"/>
              </a:lnSpc>
              <a:buFont typeface="Arial" panose="020B0604020202020204" pitchFamily="34" charset="0"/>
              <a:buChar char="•"/>
            </a:pPr>
            <a:r>
              <a:rPr lang="en-IN" sz="2600" dirty="0">
                <a:solidFill>
                  <a:srgbClr val="000000"/>
                </a:solidFill>
                <a:latin typeface="Times New Roman" panose="02020603050405020304" pitchFamily="18" charset="0"/>
                <a:cs typeface="Times New Roman" panose="02020603050405020304" pitchFamily="18" charset="0"/>
              </a:rPr>
              <a:t>The density of the city was 12,777 persons/ </a:t>
            </a:r>
            <a:r>
              <a:rPr lang="en-IN" sz="2600" dirty="0" err="1">
                <a:solidFill>
                  <a:srgbClr val="000000"/>
                </a:solidFill>
                <a:latin typeface="Times New Roman" panose="02020603050405020304" pitchFamily="18" charset="0"/>
                <a:cs typeface="Times New Roman" panose="02020603050405020304" pitchFamily="18" charset="0"/>
              </a:rPr>
              <a:t>Sq.Km</a:t>
            </a:r>
            <a:r>
              <a:rPr lang="en-IN" sz="2600" dirty="0">
                <a:solidFill>
                  <a:srgbClr val="000000"/>
                </a:solidFill>
                <a:latin typeface="Times New Roman" panose="02020603050405020304" pitchFamily="18" charset="0"/>
                <a:cs typeface="Times New Roman" panose="02020603050405020304" pitchFamily="18" charset="0"/>
              </a:rPr>
              <a:t>. </a:t>
            </a:r>
          </a:p>
          <a:p>
            <a:pPr marL="342900" indent="-342900" algn="just">
              <a:lnSpc>
                <a:spcPct val="120000"/>
              </a:lnSpc>
              <a:buFont typeface="Arial" panose="020B0604020202020204" pitchFamily="34" charset="0"/>
              <a:buChar char="•"/>
            </a:pPr>
            <a:r>
              <a:rPr lang="en-IN" sz="2600" dirty="0">
                <a:solidFill>
                  <a:srgbClr val="000000"/>
                </a:solidFill>
                <a:latin typeface="Times New Roman" panose="02020603050405020304" pitchFamily="18" charset="0"/>
                <a:cs typeface="Times New Roman" panose="02020603050405020304" pitchFamily="18" charset="0"/>
              </a:rPr>
              <a:t>Pune is a plateau city situated near the western margin of the Deccan Plateau.</a:t>
            </a:r>
          </a:p>
          <a:p>
            <a:pPr marL="342900" indent="-342900" algn="just">
              <a:lnSpc>
                <a:spcPct val="120000"/>
              </a:lnSpc>
              <a:buFont typeface="Arial" panose="020B0604020202020204" pitchFamily="34" charset="0"/>
              <a:buChar char="•"/>
            </a:pPr>
            <a:r>
              <a:rPr lang="en-IN" sz="2600" dirty="0">
                <a:solidFill>
                  <a:srgbClr val="000000"/>
                </a:solidFill>
                <a:latin typeface="Times New Roman" panose="02020603050405020304" pitchFamily="18" charset="0"/>
                <a:cs typeface="Times New Roman" panose="02020603050405020304" pitchFamily="18" charset="0"/>
              </a:rPr>
              <a:t> It is situated at an altitude of 560 m above the mean sea level. Two more rivers, </a:t>
            </a:r>
            <a:r>
              <a:rPr lang="en-IN" sz="2600" dirty="0" err="1">
                <a:solidFill>
                  <a:srgbClr val="000000"/>
                </a:solidFill>
                <a:latin typeface="Times New Roman" panose="02020603050405020304" pitchFamily="18" charset="0"/>
                <a:cs typeface="Times New Roman" panose="02020603050405020304" pitchFamily="18" charset="0"/>
              </a:rPr>
              <a:t>Pavana</a:t>
            </a:r>
            <a:r>
              <a:rPr lang="en-IN" sz="2600" dirty="0">
                <a:solidFill>
                  <a:srgbClr val="000000"/>
                </a:solidFill>
                <a:latin typeface="Times New Roman" panose="02020603050405020304" pitchFamily="18" charset="0"/>
                <a:cs typeface="Times New Roman" panose="02020603050405020304" pitchFamily="18" charset="0"/>
              </a:rPr>
              <a:t> and </a:t>
            </a:r>
            <a:r>
              <a:rPr lang="en-IN" sz="2600" dirty="0" err="1">
                <a:solidFill>
                  <a:srgbClr val="000000"/>
                </a:solidFill>
                <a:latin typeface="Times New Roman" panose="02020603050405020304" pitchFamily="18" charset="0"/>
                <a:cs typeface="Times New Roman" panose="02020603050405020304" pitchFamily="18" charset="0"/>
              </a:rPr>
              <a:t>Indrayani</a:t>
            </a:r>
            <a:r>
              <a:rPr lang="en-IN" sz="2600" dirty="0">
                <a:solidFill>
                  <a:srgbClr val="000000"/>
                </a:solidFill>
                <a:latin typeface="Times New Roman" panose="02020603050405020304" pitchFamily="18" charset="0"/>
                <a:cs typeface="Times New Roman" panose="02020603050405020304" pitchFamily="18" charset="0"/>
              </a:rPr>
              <a:t> cross the </a:t>
            </a:r>
            <a:r>
              <a:rPr lang="en-IN" sz="2600" dirty="0" err="1">
                <a:solidFill>
                  <a:srgbClr val="000000"/>
                </a:solidFill>
                <a:latin typeface="Times New Roman" panose="02020603050405020304" pitchFamily="18" charset="0"/>
                <a:cs typeface="Times New Roman" panose="02020603050405020304" pitchFamily="18" charset="0"/>
              </a:rPr>
              <a:t>northwestern</a:t>
            </a:r>
            <a:r>
              <a:rPr lang="en-IN" sz="2600" dirty="0">
                <a:solidFill>
                  <a:srgbClr val="000000"/>
                </a:solidFill>
                <a:latin typeface="Times New Roman" panose="02020603050405020304" pitchFamily="18" charset="0"/>
                <a:cs typeface="Times New Roman" panose="02020603050405020304" pitchFamily="18" charset="0"/>
              </a:rPr>
              <a:t> outskirts of urban area. (Figure.1</a:t>
            </a:r>
            <a:r>
              <a:rPr lang="en-IN" sz="2600" dirty="0">
                <a:latin typeface="Times New Roman" panose="02020603050405020304" pitchFamily="18" charset="0"/>
                <a:cs typeface="Times New Roman" panose="02020603050405020304" pitchFamily="18" charset="0"/>
              </a:rPr>
              <a:t>)</a:t>
            </a:r>
          </a:p>
          <a:p>
            <a:pPr>
              <a:lnSpc>
                <a:spcPct val="120000"/>
              </a:lnSpc>
            </a:pPr>
            <a:endParaRPr lang="en-US" dirty="0"/>
          </a:p>
        </p:txBody>
      </p:sp>
      <p:sp>
        <p:nvSpPr>
          <p:cNvPr id="2" name="Picture Placeholder 1"/>
          <p:cNvSpPr>
            <a:spLocks noGrp="1"/>
          </p:cNvSpPr>
          <p:nvPr>
            <p:ph type="pic" sz="quarter" idx="10"/>
          </p:nvPr>
        </p:nvSpPr>
        <p:spPr/>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bwMode="auto">
          <a:xfrm>
            <a:off x="5924689" y="817949"/>
            <a:ext cx="6125798" cy="4877614"/>
          </a:xfrm>
          <a:prstGeom prst="rect">
            <a:avLst/>
          </a:prstGeom>
          <a:noFill/>
          <a:ln>
            <a:noFill/>
          </a:ln>
        </p:spPr>
      </p:pic>
      <p:sp>
        <p:nvSpPr>
          <p:cNvPr id="6" name="Rounded Rectangle 8">
            <a:extLst>
              <a:ext uri="{FF2B5EF4-FFF2-40B4-BE49-F238E27FC236}">
                <a16:creationId xmlns:a16="http://schemas.microsoft.com/office/drawing/2014/main" id="{F35DB82E-8231-D198-11EE-F9935944D8D7}"/>
              </a:ext>
            </a:extLst>
          </p:cNvPr>
          <p:cNvSpPr/>
          <p:nvPr/>
        </p:nvSpPr>
        <p:spPr>
          <a:xfrm>
            <a:off x="4816928" y="116301"/>
            <a:ext cx="2558143" cy="492369"/>
          </a:xfrm>
          <a:prstGeom prst="roundRect">
            <a:avLst/>
          </a:prstGeom>
          <a:solidFill>
            <a:schemeClr val="accent2">
              <a:lumMod val="75000"/>
            </a:schemeClr>
          </a:solidFill>
          <a:ln>
            <a:solidFill>
              <a:srgbClr val="6B5854"/>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4816928" y="116301"/>
            <a:ext cx="2558143" cy="456713"/>
          </a:xfrm>
          <a:ln>
            <a:solidFill>
              <a:srgbClr val="6B5854"/>
            </a:solidFill>
          </a:ln>
        </p:spPr>
        <p:txBody>
          <a:bodyPr/>
          <a:lstStyle/>
          <a:p>
            <a:pPr algn="ctr"/>
            <a:r>
              <a:rPr lang="en-US" sz="2400" b="1" dirty="0">
                <a:solidFill>
                  <a:schemeClr val="bg1"/>
                </a:solidFill>
                <a:latin typeface="Times New Roman" panose="02020603050405020304" pitchFamily="18" charset="0"/>
                <a:cs typeface="Times New Roman" panose="02020603050405020304" pitchFamily="18" charset="0"/>
              </a:rPr>
              <a:t>STUDY AREA</a:t>
            </a:r>
          </a:p>
        </p:txBody>
      </p:sp>
      <p:sp>
        <p:nvSpPr>
          <p:cNvPr id="8" name="TextBox 7">
            <a:extLst>
              <a:ext uri="{FF2B5EF4-FFF2-40B4-BE49-F238E27FC236}">
                <a16:creationId xmlns:a16="http://schemas.microsoft.com/office/drawing/2014/main" id="{D4169670-9C31-AD5E-6D31-83AFC4EC126C}"/>
              </a:ext>
            </a:extLst>
          </p:cNvPr>
          <p:cNvSpPr txBox="1"/>
          <p:nvPr/>
        </p:nvSpPr>
        <p:spPr>
          <a:xfrm>
            <a:off x="10374086" y="5720176"/>
            <a:ext cx="116477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Figure.1 </a:t>
            </a:r>
          </a:p>
        </p:txBody>
      </p:sp>
    </p:spTree>
    <p:extLst>
      <p:ext uri="{BB962C8B-B14F-4D97-AF65-F5344CB8AC3E}">
        <p14:creationId xmlns:p14="http://schemas.microsoft.com/office/powerpoint/2010/main" val="85990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2" name="Rounded Rectangle 8">
            <a:extLst>
              <a:ext uri="{FF2B5EF4-FFF2-40B4-BE49-F238E27FC236}">
                <a16:creationId xmlns:a16="http://schemas.microsoft.com/office/drawing/2014/main" id="{195A83ED-1D8E-6A63-6B96-F33AC1E84C34}"/>
              </a:ext>
            </a:extLst>
          </p:cNvPr>
          <p:cNvSpPr/>
          <p:nvPr/>
        </p:nvSpPr>
        <p:spPr>
          <a:xfrm>
            <a:off x="4669972" y="196445"/>
            <a:ext cx="2307771" cy="543783"/>
          </a:xfrm>
          <a:prstGeom prst="roundRect">
            <a:avLst>
              <a:gd name="adj" fmla="val 11305"/>
            </a:avLst>
          </a:prstGeom>
          <a:solidFill>
            <a:schemeClr val="accent2">
              <a:lumMod val="75000"/>
            </a:schemeClr>
          </a:solidFill>
          <a:ln w="3175">
            <a:solidFill>
              <a:srgbClr val="0000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Times New Roman" panose="02020603050405020304" pitchFamily="18" charset="0"/>
                <a:cs typeface="Times New Roman" panose="02020603050405020304" pitchFamily="18" charset="0"/>
              </a:rPr>
              <a:t>OBJECTIVES</a:t>
            </a:r>
          </a:p>
        </p:txBody>
      </p:sp>
      <p:graphicFrame>
        <p:nvGraphicFramePr>
          <p:cNvPr id="5" name="Diagram 4"/>
          <p:cNvGraphicFramePr/>
          <p:nvPr>
            <p:extLst>
              <p:ext uri="{D42A27DB-BD31-4B8C-83A1-F6EECF244321}">
                <p14:modId xmlns:p14="http://schemas.microsoft.com/office/powerpoint/2010/main" val="4176003756"/>
              </p:ext>
            </p:extLst>
          </p:nvPr>
        </p:nvGraphicFramePr>
        <p:xfrm>
          <a:off x="1431497" y="1337481"/>
          <a:ext cx="9800609" cy="51315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0277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2352059185"/>
              </p:ext>
            </p:extLst>
          </p:nvPr>
        </p:nvGraphicFramePr>
        <p:xfrm>
          <a:off x="1948543" y="0"/>
          <a:ext cx="9931075"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Oval 4"/>
          <p:cNvSpPr/>
          <p:nvPr/>
        </p:nvSpPr>
        <p:spPr>
          <a:xfrm>
            <a:off x="171058" y="2448931"/>
            <a:ext cx="2388778" cy="2102386"/>
          </a:xfrm>
          <a:prstGeom prst="ellipse">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sp>
        <p:nvSpPr>
          <p:cNvPr id="7" name="TextBox 6"/>
          <p:cNvSpPr txBox="1"/>
          <p:nvPr/>
        </p:nvSpPr>
        <p:spPr>
          <a:xfrm>
            <a:off x="521385" y="3075057"/>
            <a:ext cx="1688123" cy="707886"/>
          </a:xfrm>
          <a:prstGeom prst="rect">
            <a:avLst/>
          </a:prstGeom>
          <a:noFill/>
        </p:spPr>
        <p:txBody>
          <a:bodyPr wrap="square" rtlCol="0">
            <a:spAutoFit/>
          </a:bodyPr>
          <a:lstStyle/>
          <a:p>
            <a:pPr algn="ctr"/>
            <a:r>
              <a:rPr lang="en-IN" sz="2000" b="1" dirty="0">
                <a:solidFill>
                  <a:schemeClr val="bg1"/>
                </a:solidFill>
                <a:latin typeface="Times New Roman" panose="02020603050405020304" pitchFamily="18" charset="0"/>
                <a:cs typeface="Times New Roman" panose="02020603050405020304" pitchFamily="18" charset="0"/>
              </a:rPr>
              <a:t>RESEARCH QUESTIONS</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2570294" y="851828"/>
            <a:ext cx="532262" cy="523220"/>
          </a:xfrm>
          <a:prstGeom prst="rect">
            <a:avLst/>
          </a:prstGeom>
          <a:noFill/>
        </p:spPr>
        <p:txBody>
          <a:bodyPr wrap="square" rtlCol="0">
            <a:spAutoFit/>
          </a:bodyPr>
          <a:lstStyle/>
          <a:p>
            <a:r>
              <a:rPr lang="en-US" sz="2800" dirty="0">
                <a:solidFill>
                  <a:srgbClr val="000000"/>
                </a:solidFill>
                <a:latin typeface="Times New Roman" panose="02020603050405020304" pitchFamily="18" charset="0"/>
                <a:cs typeface="Times New Roman" panose="02020603050405020304" pitchFamily="18" charset="0"/>
              </a:rPr>
              <a:t>1.</a:t>
            </a:r>
            <a:endParaRPr lang="en-IN" sz="2800" dirty="0">
              <a:solidFill>
                <a:srgbClr val="00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3207225" y="2448931"/>
            <a:ext cx="559558" cy="461665"/>
          </a:xfrm>
          <a:prstGeom prst="rect">
            <a:avLst/>
          </a:prstGeom>
          <a:noFill/>
        </p:spPr>
        <p:txBody>
          <a:bodyPr wrap="square" rtlCol="0">
            <a:spAutoFit/>
          </a:bodyPr>
          <a:lstStyle/>
          <a:p>
            <a:r>
              <a:rPr lang="en-US" sz="2400" dirty="0">
                <a:solidFill>
                  <a:srgbClr val="000000"/>
                </a:solidFill>
                <a:latin typeface="Times New Roman" panose="02020603050405020304" pitchFamily="18" charset="0"/>
                <a:cs typeface="Times New Roman" panose="02020603050405020304" pitchFamily="18" charset="0"/>
              </a:rPr>
              <a:t>2.</a:t>
            </a:r>
            <a:endParaRPr lang="en-IN" sz="2400" dirty="0">
              <a:solidFill>
                <a:srgbClr val="00000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3207225" y="4039738"/>
            <a:ext cx="627797"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2570294" y="5636840"/>
            <a:ext cx="573205"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4.</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685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4014587431"/>
              </p:ext>
            </p:extLst>
          </p:nvPr>
        </p:nvGraphicFramePr>
        <p:xfrm>
          <a:off x="403412" y="719666"/>
          <a:ext cx="11147612" cy="6015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3798475" y="123254"/>
            <a:ext cx="3646713" cy="596412"/>
          </a:xfrm>
          <a:prstGeom prst="rect">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4083424" y="190627"/>
            <a:ext cx="3361764" cy="461665"/>
          </a:xfrm>
          <a:prstGeom prst="rect">
            <a:avLst/>
          </a:prstGeom>
          <a:noFill/>
          <a:ln>
            <a:solidFill>
              <a:schemeClr val="accent2">
                <a:lumMod val="75000"/>
              </a:schemeClr>
            </a:solidFill>
          </a:ln>
          <a:effectLst>
            <a:outerShdw blurRad="107950" dist="12700" dir="5400000" algn="ctr">
              <a:srgbClr val="000000"/>
            </a:outerShdw>
          </a:effectLst>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DATA ACQUISITION</a:t>
            </a:r>
          </a:p>
        </p:txBody>
      </p:sp>
    </p:spTree>
    <p:extLst>
      <p:ext uri="{BB962C8B-B14F-4D97-AF65-F5344CB8AC3E}">
        <p14:creationId xmlns:p14="http://schemas.microsoft.com/office/powerpoint/2010/main" val="1873343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58FB4751-880F-D840-AAA9-3A15815CC996}" type="slidenum">
              <a:rPr lang="en-US" smtClean="0"/>
              <a:pPr/>
              <a:t>14</a:t>
            </a:fld>
            <a:endParaRPr lang="en-US" dirty="0"/>
          </a:p>
        </p:txBody>
      </p:sp>
      <p:graphicFrame>
        <p:nvGraphicFramePr>
          <p:cNvPr id="6" name="Diagram 5"/>
          <p:cNvGraphicFramePr/>
          <p:nvPr>
            <p:extLst>
              <p:ext uri="{D42A27DB-BD31-4B8C-83A1-F6EECF244321}">
                <p14:modId xmlns:p14="http://schemas.microsoft.com/office/powerpoint/2010/main" val="3797507337"/>
              </p:ext>
            </p:extLst>
          </p:nvPr>
        </p:nvGraphicFramePr>
        <p:xfrm>
          <a:off x="721659" y="309282"/>
          <a:ext cx="11470341" cy="6548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val 6"/>
          <p:cNvSpPr/>
          <p:nvPr/>
        </p:nvSpPr>
        <p:spPr>
          <a:xfrm>
            <a:off x="9021991" y="1559858"/>
            <a:ext cx="2662517" cy="1869142"/>
          </a:xfrm>
          <a:prstGeom prst="ellipse">
            <a:avLst/>
          </a:prstGeom>
          <a:solidFill>
            <a:schemeClr val="bg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p:cNvSpPr txBox="1"/>
          <p:nvPr/>
        </p:nvSpPr>
        <p:spPr>
          <a:xfrm>
            <a:off x="9290932" y="2294374"/>
            <a:ext cx="2393576" cy="400110"/>
          </a:xfrm>
          <a:prstGeom prst="rect">
            <a:avLst/>
          </a:prstGeom>
          <a:noFill/>
        </p:spPr>
        <p:txBody>
          <a:bodyPr wrap="square" rtlCol="0">
            <a:spAutoFit/>
          </a:bodyPr>
          <a:lstStyle/>
          <a:p>
            <a:r>
              <a:rPr lang="en-IN" sz="2000" b="1" dirty="0">
                <a:solidFill>
                  <a:srgbClr val="000000"/>
                </a:solidFill>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563541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905423067"/>
              </p:ext>
            </p:extLst>
          </p:nvPr>
        </p:nvGraphicFramePr>
        <p:xfrm>
          <a:off x="2179918" y="1613647"/>
          <a:ext cx="8346568" cy="50356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4507647" y="425825"/>
            <a:ext cx="3472542" cy="461665"/>
          </a:xfrm>
          <a:prstGeom prst="rect">
            <a:avLst/>
          </a:prstGeom>
          <a:solidFill>
            <a:schemeClr val="accent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Tools and Techniques</a:t>
            </a:r>
            <a:endParaRPr lang="en-IN" sz="3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543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
        <p:nvSpPr>
          <p:cNvPr id="3" name="Rectangle 2"/>
          <p:cNvSpPr/>
          <p:nvPr/>
        </p:nvSpPr>
        <p:spPr>
          <a:xfrm>
            <a:off x="682387" y="1037229"/>
            <a:ext cx="10932669" cy="5330913"/>
          </a:xfrm>
          <a:prstGeom prst="rect">
            <a:avLst/>
          </a:prstGeom>
          <a:solidFill>
            <a:schemeClr val="accent3">
              <a:lumMod val="20000"/>
              <a:lumOff val="80000"/>
            </a:schemeClr>
          </a:solidFill>
          <a:ln>
            <a:noFill/>
          </a:ln>
          <a:effectLst>
            <a:outerShdw blurRad="50800" dist="38100" dir="10800000" algn="r"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805543" y="1381025"/>
            <a:ext cx="10704070" cy="4154984"/>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study aims to provide a comprehensive analysis of air quality index (AQI) variations across different locations and timeframes within the Pune metropolitan area.</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will offer detailed insights into specific hotspots and patterns of air pollution influenced by seasons, times of day, and geographic zones.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will establish a robust database of AQI trends to support future research and policymaking.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will seek to quantify the relationship between climatic factors such as temperature and rainfall with the concentration of key pollutants.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Predictive models will be developed to forecast pollutant behaviour under various future climate scenarios, enabling better preparedness. </a:t>
            </a:r>
          </a:p>
        </p:txBody>
      </p:sp>
      <p:sp>
        <p:nvSpPr>
          <p:cNvPr id="7" name="Rounded Rectangle 6"/>
          <p:cNvSpPr/>
          <p:nvPr/>
        </p:nvSpPr>
        <p:spPr>
          <a:xfrm>
            <a:off x="3316406" y="204716"/>
            <a:ext cx="4599295" cy="627797"/>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3739485" y="311913"/>
            <a:ext cx="3753135"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EXPECTED OUTCOMES</a:t>
            </a:r>
          </a:p>
        </p:txBody>
      </p:sp>
    </p:spTree>
    <p:extLst>
      <p:ext uri="{BB962C8B-B14F-4D97-AF65-F5344CB8AC3E}">
        <p14:creationId xmlns:p14="http://schemas.microsoft.com/office/powerpoint/2010/main" val="3748348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D4E44-36FB-E8CB-C3A3-F176EF69ACB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7C12005-44FA-33B6-F240-254A6E1702C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17</a:t>
            </a:fld>
            <a:endParaRPr lang="en-US" dirty="0"/>
          </a:p>
        </p:txBody>
      </p:sp>
      <p:sp>
        <p:nvSpPr>
          <p:cNvPr id="3" name="Rectangle 2">
            <a:extLst>
              <a:ext uri="{FF2B5EF4-FFF2-40B4-BE49-F238E27FC236}">
                <a16:creationId xmlns:a16="http://schemas.microsoft.com/office/drawing/2014/main" id="{48B583B5-B65F-98B9-14AB-3DBCB2924582}"/>
              </a:ext>
            </a:extLst>
          </p:cNvPr>
          <p:cNvSpPr/>
          <p:nvPr/>
        </p:nvSpPr>
        <p:spPr>
          <a:xfrm>
            <a:off x="682387" y="1037229"/>
            <a:ext cx="10932669" cy="5330913"/>
          </a:xfrm>
          <a:prstGeom prst="rect">
            <a:avLst/>
          </a:prstGeom>
          <a:solidFill>
            <a:schemeClr val="accent3">
              <a:lumMod val="20000"/>
              <a:lumOff val="80000"/>
            </a:schemeClr>
          </a:solidFill>
          <a:ln>
            <a:noFill/>
          </a:ln>
          <a:effectLst>
            <a:outerShdw blurRad="50800" dist="38100" dir="10800000" algn="r"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915833F-8CCE-5EFA-E76A-9BD1037DD8C6}"/>
              </a:ext>
            </a:extLst>
          </p:cNvPr>
          <p:cNvSpPr txBox="1"/>
          <p:nvPr/>
        </p:nvSpPr>
        <p:spPr>
          <a:xfrm>
            <a:off x="805543" y="1447443"/>
            <a:ext cx="10704070" cy="341632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study will also provide an evidence-based understanding of the combined impacts of air pollution and climate change on identifying vulnerable species in environment and regions most affected.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research will propose targeted strategies and actionable solutions to enhance air quality in Pune's urban areas,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These guidelines aim to inform urban planning and policymaking for sustainable and effective air quality management and environmental sustainability .</a:t>
            </a:r>
          </a:p>
          <a:p>
            <a:pPr algn="just"/>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CBB2C87D-16FC-421E-46D8-EFC4A1E92ACE}"/>
              </a:ext>
            </a:extLst>
          </p:cNvPr>
          <p:cNvSpPr/>
          <p:nvPr/>
        </p:nvSpPr>
        <p:spPr>
          <a:xfrm>
            <a:off x="3316406" y="204716"/>
            <a:ext cx="4599295" cy="627797"/>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B5DB565-0C6F-77F7-4A84-0A9A2232C553}"/>
              </a:ext>
            </a:extLst>
          </p:cNvPr>
          <p:cNvSpPr txBox="1"/>
          <p:nvPr/>
        </p:nvSpPr>
        <p:spPr>
          <a:xfrm>
            <a:off x="3739485" y="287781"/>
            <a:ext cx="3753135"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EXPECTED OUTCOMES</a:t>
            </a:r>
          </a:p>
        </p:txBody>
      </p:sp>
    </p:spTree>
    <p:extLst>
      <p:ext uri="{BB962C8B-B14F-4D97-AF65-F5344CB8AC3E}">
        <p14:creationId xmlns:p14="http://schemas.microsoft.com/office/powerpoint/2010/main" val="2133182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
        <p:nvSpPr>
          <p:cNvPr id="6" name="Rounded Rectangle 5"/>
          <p:cNvSpPr/>
          <p:nvPr/>
        </p:nvSpPr>
        <p:spPr>
          <a:xfrm>
            <a:off x="4791582" y="9064"/>
            <a:ext cx="2392989" cy="567879"/>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TextBox 6"/>
          <p:cNvSpPr txBox="1"/>
          <p:nvPr/>
        </p:nvSpPr>
        <p:spPr>
          <a:xfrm>
            <a:off x="4873713" y="62170"/>
            <a:ext cx="3007544"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CONCLUSION</a:t>
            </a:r>
          </a:p>
        </p:txBody>
      </p:sp>
      <p:sp>
        <p:nvSpPr>
          <p:cNvPr id="8" name="Rectangle 7"/>
          <p:cNvSpPr/>
          <p:nvPr/>
        </p:nvSpPr>
        <p:spPr>
          <a:xfrm>
            <a:off x="261257" y="669496"/>
            <a:ext cx="11753959" cy="589459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1"/>
          </a:fillRef>
          <a:effectRef idx="1">
            <a:schemeClr val="accent1"/>
          </a:effectRef>
          <a:fontRef idx="minor">
            <a:schemeClr val="lt1"/>
          </a:fontRef>
        </p:style>
        <p:txBody>
          <a:bodyPr rtlCol="0" anchor="ctr"/>
          <a:lstStyle/>
          <a:p>
            <a:pPr algn="ctr"/>
            <a:endParaRPr lang="en-IN"/>
          </a:p>
        </p:txBody>
      </p:sp>
      <p:sp>
        <p:nvSpPr>
          <p:cNvPr id="9" name="TextBox 8"/>
          <p:cNvSpPr txBox="1"/>
          <p:nvPr/>
        </p:nvSpPr>
        <p:spPr>
          <a:xfrm>
            <a:off x="261257" y="871928"/>
            <a:ext cx="11571514" cy="5632311"/>
          </a:xfrm>
          <a:prstGeom prst="rect">
            <a:avLst/>
          </a:prstGeom>
          <a:noFill/>
        </p:spPr>
        <p:txBody>
          <a:bodyPr wrap="square" rtlCol="0">
            <a:spAutoFit/>
          </a:bodyPr>
          <a:lstStyle/>
          <a:p>
            <a:pPr marL="457200" indent="-4572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This research provides a focused understanding of air quality challenges in the Pune metropolitan area.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By studying how air quality varies across locations and timeframes, and identifying hotspots of pollution, it offers a foundation for addressing these issues more effectively.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The exploration of how climatic factors like temperature and rainfall influence pollutant levels adds valuable insight into how changing environmental conditions might worsen or alleviate air pollution.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the findings emphasize the link between air pollution, climate change, particularly highlighting the risks to environment.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The development of predictive models and actionable strategies aims to guide future planning and policymaking, specifically in improving urban air quality and resilience. </a:t>
            </a:r>
          </a:p>
          <a:p>
            <a:pPr marL="342900" indent="-342900" algn="just">
              <a:buFont typeface="Arial" panose="020B0604020202020204" pitchFamily="34" charset="0"/>
              <a:buChar char="•"/>
            </a:pPr>
            <a:r>
              <a:rPr lang="en-IN" sz="2400" dirty="0">
                <a:solidFill>
                  <a:srgbClr val="000000"/>
                </a:solidFill>
                <a:latin typeface="Times New Roman" panose="02020603050405020304" pitchFamily="18" charset="0"/>
                <a:cs typeface="Times New Roman" panose="02020603050405020304" pitchFamily="18" charset="0"/>
              </a:rPr>
              <a:t>While there is still much to learn, this study serves as a small but meaningful step toward better understanding and addressing the pressing environmental and urban pollution challenges faced by the Pune region.</a:t>
            </a:r>
          </a:p>
          <a:p>
            <a:endParaRPr lang="en-IN" sz="2400" dirty="0"/>
          </a:p>
        </p:txBody>
      </p:sp>
    </p:spTree>
    <p:extLst>
      <p:ext uri="{BB962C8B-B14F-4D97-AF65-F5344CB8AC3E}">
        <p14:creationId xmlns:p14="http://schemas.microsoft.com/office/powerpoint/2010/main" val="4230106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19</a:t>
            </a:fld>
            <a:endParaRPr lang="en-US" dirty="0"/>
          </a:p>
        </p:txBody>
      </p:sp>
      <p:sp>
        <p:nvSpPr>
          <p:cNvPr id="4" name="TextBox 3"/>
          <p:cNvSpPr txBox="1"/>
          <p:nvPr/>
        </p:nvSpPr>
        <p:spPr>
          <a:xfrm>
            <a:off x="815927" y="154745"/>
            <a:ext cx="2319159" cy="461665"/>
          </a:xfrm>
          <a:prstGeom prst="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FCDDB9D2-6EBD-2597-2519-8CB79A2D9631}"/>
              </a:ext>
            </a:extLst>
          </p:cNvPr>
          <p:cNvSpPr txBox="1"/>
          <p:nvPr/>
        </p:nvSpPr>
        <p:spPr>
          <a:xfrm>
            <a:off x="496355" y="616410"/>
            <a:ext cx="11518861" cy="5940088"/>
          </a:xfrm>
          <a:prstGeom prst="rect">
            <a:avLst/>
          </a:prstGeom>
          <a:noFill/>
        </p:spPr>
        <p:txBody>
          <a:bodyPr wrap="square" rtlCol="0">
            <a:spAutoFit/>
          </a:bodyPr>
          <a:lstStyle/>
          <a:p>
            <a:r>
              <a:rPr lang="en-IN" sz="2000" dirty="0"/>
              <a:t> </a:t>
            </a:r>
          </a:p>
          <a:p>
            <a:pPr lvl="0"/>
            <a:r>
              <a:rPr lang="en-IN" sz="2000" dirty="0"/>
              <a:t>Biswas, P., Kumar, S., &amp; Aggarwal, S. (2011). Criteria pollutants’ analysis across urban sites in Delhi. </a:t>
            </a:r>
            <a:r>
              <a:rPr lang="en-IN" sz="2000" i="1" dirty="0"/>
              <a:t>Journal of Environmental Studies, 34</a:t>
            </a:r>
            <a:r>
              <a:rPr lang="en-IN" sz="2000" dirty="0"/>
              <a:t>(2), 123-135. </a:t>
            </a:r>
            <a:r>
              <a:rPr lang="en-IN" sz="2000" u="sng" dirty="0">
                <a:hlinkClick r:id="rId2"/>
              </a:rPr>
              <a:t>https://doi.org/10.1016/j.jenvs.2011.02.001</a:t>
            </a:r>
            <a:endParaRPr lang="en-IN" sz="2000" dirty="0"/>
          </a:p>
          <a:p>
            <a:pPr lvl="0"/>
            <a:r>
              <a:rPr lang="en-IN" sz="2000" dirty="0"/>
              <a:t>Central Pollution Control Board (CPCB). (2022). </a:t>
            </a:r>
            <a:r>
              <a:rPr lang="en-IN" sz="2000" i="1" dirty="0"/>
              <a:t>National Ambient Air Quality Standards (NAAQS) monitoring report</a:t>
            </a:r>
            <a:r>
              <a:rPr lang="en-IN" sz="2000" dirty="0"/>
              <a:t>. Retrieved from </a:t>
            </a:r>
            <a:r>
              <a:rPr lang="en-IN" sz="2000" u="sng" dirty="0">
                <a:hlinkClick r:id="rId3"/>
              </a:rPr>
              <a:t>https://cpcb.nic.in</a:t>
            </a:r>
            <a:endParaRPr lang="en-IN" sz="2000" dirty="0"/>
          </a:p>
          <a:p>
            <a:pPr lvl="0"/>
            <a:r>
              <a:rPr lang="en-IN" sz="2000" dirty="0"/>
              <a:t>Collins, S., Smallbone, K., &amp; Briggs, D. (1995). A GIS approach to modelling small area variations in air pollution within a complex urban environment. </a:t>
            </a:r>
            <a:r>
              <a:rPr lang="en-IN" sz="2000" i="1" dirty="0"/>
              <a:t>Innovations in GIS</a:t>
            </a:r>
            <a:r>
              <a:rPr lang="en-IN" sz="2000" dirty="0"/>
              <a:t>, </a:t>
            </a:r>
            <a:r>
              <a:rPr lang="en-IN" sz="2000" i="1" dirty="0"/>
              <a:t>2</a:t>
            </a:r>
            <a:r>
              <a:rPr lang="en-IN" sz="2000" dirty="0"/>
              <a:t>, 245-253.</a:t>
            </a:r>
          </a:p>
          <a:p>
            <a:pPr lvl="0"/>
            <a:r>
              <a:rPr lang="en-IN" sz="2000" dirty="0"/>
              <a:t>Dadhich, A. P., Goyal, R., &amp; Dadhich, P. N. (2017). An assessment of urban space expansion and its impact on air quality using geospatial approach. </a:t>
            </a:r>
            <a:r>
              <a:rPr lang="en-IN" sz="2000" i="1" dirty="0"/>
              <a:t>Journal of Urban and Environmental Engineering</a:t>
            </a:r>
            <a:r>
              <a:rPr lang="en-IN" sz="2000" dirty="0"/>
              <a:t>, </a:t>
            </a:r>
            <a:r>
              <a:rPr lang="en-IN" sz="2000" i="1" dirty="0"/>
              <a:t>11</a:t>
            </a:r>
            <a:r>
              <a:rPr lang="en-IN" sz="2000" dirty="0"/>
              <a:t>(1), 79-87.</a:t>
            </a:r>
          </a:p>
          <a:p>
            <a:pPr lvl="0"/>
            <a:r>
              <a:rPr lang="en-IN" sz="2000" dirty="0"/>
              <a:t>Denby, B., </a:t>
            </a:r>
            <a:r>
              <a:rPr lang="en-IN" sz="2000" dirty="0" err="1"/>
              <a:t>Horálek</a:t>
            </a:r>
            <a:r>
              <a:rPr lang="en-IN" sz="2000" dirty="0"/>
              <a:t>, J., Walker, S. E., Eben, K., &amp; Fiala, J. (2005). Interpolation and assimilation methods for European scale air quality assessment and mapping. </a:t>
            </a:r>
            <a:r>
              <a:rPr lang="en-IN" sz="2000" i="1" dirty="0"/>
              <a:t>Part I: Review and Recommendations. European Topic Centre on Air and Climate Change Technical Paper</a:t>
            </a:r>
            <a:r>
              <a:rPr lang="en-IN" sz="2000" dirty="0"/>
              <a:t>, </a:t>
            </a:r>
            <a:r>
              <a:rPr lang="en-IN" sz="2000" i="1" dirty="0"/>
              <a:t>7</a:t>
            </a:r>
            <a:r>
              <a:rPr lang="en-IN" sz="2000" dirty="0"/>
              <a:t>.</a:t>
            </a:r>
          </a:p>
          <a:p>
            <a:pPr lvl="0"/>
            <a:r>
              <a:rPr lang="en-IN" sz="2000" dirty="0" err="1"/>
              <a:t>Dorage</a:t>
            </a:r>
            <a:r>
              <a:rPr lang="en-IN" sz="2000" dirty="0"/>
              <a:t>, A. K., Kulkarni, S., &amp; Patil, P. (2021). Machine learning-based AQI analysis for Pune: A comparative study. </a:t>
            </a:r>
            <a:r>
              <a:rPr lang="en-IN" sz="2000" i="1" dirty="0"/>
              <a:t>Environmental Science and Pollution Research, 28</a:t>
            </a:r>
            <a:r>
              <a:rPr lang="en-IN" sz="2000" dirty="0"/>
              <a:t>(10), 12840-12855. https://doi.org/10.1007/s11356-021-12577-3</a:t>
            </a:r>
          </a:p>
          <a:p>
            <a:pPr lvl="0"/>
            <a:r>
              <a:rPr lang="en-IN" sz="2000" dirty="0"/>
              <a:t>Gadekar, S. R. (2020). Air pollution in Pune: A case study on RSPM levels and vehicular emissions. </a:t>
            </a:r>
            <a:r>
              <a:rPr lang="en-IN" sz="2000" i="1" dirty="0"/>
              <a:t>Environmental Monitoring, 18</a:t>
            </a:r>
            <a:r>
              <a:rPr lang="en-IN" sz="2000" dirty="0"/>
              <a:t>(3), 45-60.</a:t>
            </a:r>
          </a:p>
          <a:p>
            <a:pPr lvl="0"/>
            <a:r>
              <a:rPr lang="en-IN" sz="2000" dirty="0"/>
              <a:t>Ilyas, S. Z., Khattak, A. I., Nasir, S. M., Qurashi, T., &amp; Durrani, R. (2010). Air pollution assessment in urban areas and its impact on human health in the city of Quetta, Pakistan. </a:t>
            </a:r>
            <a:r>
              <a:rPr lang="en-IN" sz="2000" i="1" dirty="0"/>
              <a:t>Clean Technologies and Environmental Policy</a:t>
            </a:r>
            <a:r>
              <a:rPr lang="en-IN" sz="2000" dirty="0"/>
              <a:t>, </a:t>
            </a:r>
            <a:r>
              <a:rPr lang="en-IN" sz="2000" i="1" dirty="0"/>
              <a:t>12</a:t>
            </a:r>
            <a:r>
              <a:rPr lang="en-IN" sz="2000" dirty="0"/>
              <a:t>, 291-299.</a:t>
            </a:r>
          </a:p>
          <a:p>
            <a:endParaRPr lang="en-IN" sz="2000" dirty="0"/>
          </a:p>
        </p:txBody>
      </p:sp>
    </p:spTree>
    <p:extLst>
      <p:ext uri="{BB962C8B-B14F-4D97-AF65-F5344CB8AC3E}">
        <p14:creationId xmlns:p14="http://schemas.microsoft.com/office/powerpoint/2010/main" val="2869202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20</a:t>
            </a:fld>
            <a:endParaRPr lang="en-US" dirty="0"/>
          </a:p>
        </p:txBody>
      </p:sp>
      <p:sp>
        <p:nvSpPr>
          <p:cNvPr id="4" name="TextBox 3">
            <a:extLst>
              <a:ext uri="{FF2B5EF4-FFF2-40B4-BE49-F238E27FC236}">
                <a16:creationId xmlns:a16="http://schemas.microsoft.com/office/drawing/2014/main" id="{AB1E3968-412C-BF63-DBE5-F0002D69B783}"/>
              </a:ext>
            </a:extLst>
          </p:cNvPr>
          <p:cNvSpPr txBox="1"/>
          <p:nvPr/>
        </p:nvSpPr>
        <p:spPr>
          <a:xfrm>
            <a:off x="446314" y="312395"/>
            <a:ext cx="11070772" cy="6247864"/>
          </a:xfrm>
          <a:prstGeom prst="rect">
            <a:avLst/>
          </a:prstGeom>
          <a:noFill/>
        </p:spPr>
        <p:txBody>
          <a:bodyPr wrap="square" rtlCol="0">
            <a:spAutoFit/>
          </a:bodyPr>
          <a:lstStyle/>
          <a:p>
            <a:pPr lvl="0"/>
            <a:r>
              <a:rPr lang="en-IN" sz="2000" dirty="0"/>
              <a:t>India Meteorological Department (IMD). (2020). </a:t>
            </a:r>
            <a:r>
              <a:rPr lang="en-IN" sz="2000" i="1" dirty="0"/>
              <a:t>Urban heat island effect observations and analysis</a:t>
            </a:r>
            <a:r>
              <a:rPr lang="en-IN" sz="2000" dirty="0"/>
              <a:t>. Retrieved from </a:t>
            </a:r>
            <a:r>
              <a:rPr lang="en-IN" sz="2000" u="sng" dirty="0">
                <a:hlinkClick r:id="rId2"/>
              </a:rPr>
              <a:t>https://mausam.imd.gov.in</a:t>
            </a:r>
            <a:endParaRPr lang="en-IN" sz="2000" dirty="0"/>
          </a:p>
          <a:p>
            <a:pPr lvl="0"/>
            <a:r>
              <a:rPr lang="en-IN" sz="2000" dirty="0"/>
              <a:t>IPCC. (2007). Climate Change 2007: Impacts, Adaptation, and Vulnerability. </a:t>
            </a:r>
            <a:r>
              <a:rPr lang="en-IN" sz="2000" i="1" dirty="0"/>
              <a:t>Contribution of Working Group II to the Fourth Assessment Report of the Intergovernmental Panel on Climate Change</a:t>
            </a:r>
            <a:r>
              <a:rPr lang="en-IN" sz="2000" dirty="0"/>
              <a:t>. Cambridge University Press.</a:t>
            </a:r>
          </a:p>
          <a:p>
            <a:pPr lvl="0"/>
            <a:r>
              <a:rPr lang="en-IN" sz="2000" dirty="0"/>
              <a:t>Jumaah, H. J., Ameen, M. H., Kalantar, B., </a:t>
            </a:r>
            <a:r>
              <a:rPr lang="en-IN" sz="2000" dirty="0" err="1"/>
              <a:t>Rizeei</a:t>
            </a:r>
            <a:r>
              <a:rPr lang="en-IN" sz="2000" dirty="0"/>
              <a:t>, H. M., &amp; Jumaah, S. J. (2019). Air quality index prediction using IDW geostatistical technique and OLS-based GIS technique in Kuala Lumpur, Malaysia. </a:t>
            </a:r>
            <a:r>
              <a:rPr lang="en-IN" sz="2000" i="1" dirty="0"/>
              <a:t>Geomatics, Natural Hazards and Risk</a:t>
            </a:r>
            <a:r>
              <a:rPr lang="en-IN" sz="2000" dirty="0"/>
              <a:t>, </a:t>
            </a:r>
            <a:r>
              <a:rPr lang="en-IN" sz="2000" i="1" dirty="0"/>
              <a:t>10</a:t>
            </a:r>
            <a:r>
              <a:rPr lang="en-IN" sz="2000" dirty="0"/>
              <a:t>(1), 2185-2199.</a:t>
            </a:r>
          </a:p>
          <a:p>
            <a:pPr lvl="0"/>
            <a:r>
              <a:rPr lang="en-IN" sz="2000" dirty="0"/>
              <a:t>Kaur, H., &amp; Pandey, P. (2021). Air pollution, climate change, and human health in Indian cities: A review. </a:t>
            </a:r>
            <a:r>
              <a:rPr lang="en-IN" sz="2000" i="1" dirty="0"/>
              <a:t>Environmental Pollution, 283</a:t>
            </a:r>
            <a:r>
              <a:rPr lang="en-IN" sz="2000" dirty="0"/>
              <a:t>, 117070. https://doi.org/10.1016/j.envpol.2021.117070</a:t>
            </a:r>
          </a:p>
          <a:p>
            <a:pPr lvl="0"/>
            <a:r>
              <a:rPr lang="en-IN" sz="2000" dirty="0"/>
              <a:t>Kumar, A., &amp; Goyal, P. (2011a). Forecasting daily air quality indices using principal component regression: A case study in Delhi. </a:t>
            </a:r>
            <a:r>
              <a:rPr lang="en-IN" sz="2000" i="1" dirty="0"/>
              <a:t>Atmospheric Environment, 45</a:t>
            </a:r>
            <a:r>
              <a:rPr lang="en-IN" sz="2000" dirty="0"/>
              <a:t>(21), 3593-3602. https://doi.org/10.1016/j.atmosenv.2011.03.049</a:t>
            </a:r>
          </a:p>
          <a:p>
            <a:pPr lvl="0"/>
            <a:r>
              <a:rPr lang="en-IN" sz="2000" dirty="0"/>
              <a:t>Kumar, A., &amp; Goyal, P. (2011b). Air quality index estimation for Delhi using SO2, NO2, RSPM, and SPM. </a:t>
            </a:r>
            <a:r>
              <a:rPr lang="en-IN" sz="2000" i="1" dirty="0"/>
              <a:t>Journal of Air Pollution Studies, 20</a:t>
            </a:r>
            <a:r>
              <a:rPr lang="en-IN" sz="2000" dirty="0"/>
              <a:t>(4), 201-213.</a:t>
            </a:r>
          </a:p>
          <a:p>
            <a:pPr lvl="0"/>
            <a:r>
              <a:rPr lang="en-IN" sz="2000" dirty="0"/>
              <a:t>Kumar, S., &amp; Maharana, P. (2020). Air quality and its impact on urban environment. In </a:t>
            </a:r>
            <a:r>
              <a:rPr lang="en-IN" sz="2000" i="1" dirty="0"/>
              <a:t>Urban Ecology</a:t>
            </a:r>
            <a:r>
              <a:rPr lang="en-IN" sz="2000" dirty="0"/>
              <a:t> (pp. 185-200). Elsevier.</a:t>
            </a:r>
          </a:p>
          <a:p>
            <a:pPr lvl="0"/>
            <a:r>
              <a:rPr lang="en-IN" sz="2000" dirty="0"/>
              <a:t>Liang, L., Daniels, J., Bailey, C., Hu, L., Phillips, R., &amp; South, J. (2023). Integrating low-cost sensor monitoring, satellite mapping, and geospatial artificial intelligence for intra-urban air pollution predictions. </a:t>
            </a:r>
            <a:r>
              <a:rPr lang="en-IN" sz="2000" i="1" dirty="0"/>
              <a:t>Environmental Pollution</a:t>
            </a:r>
            <a:r>
              <a:rPr lang="en-IN" sz="2000" dirty="0"/>
              <a:t>, </a:t>
            </a:r>
            <a:r>
              <a:rPr lang="en-IN" sz="2000" i="1" dirty="0"/>
              <a:t>331</a:t>
            </a:r>
            <a:r>
              <a:rPr lang="en-IN" sz="2000" dirty="0"/>
              <a:t>, 121832.</a:t>
            </a:r>
          </a:p>
          <a:p>
            <a:endParaRPr lang="en-IN" sz="2000" dirty="0"/>
          </a:p>
        </p:txBody>
      </p:sp>
    </p:spTree>
    <p:extLst>
      <p:ext uri="{BB962C8B-B14F-4D97-AF65-F5344CB8AC3E}">
        <p14:creationId xmlns:p14="http://schemas.microsoft.com/office/powerpoint/2010/main" val="204574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DD54AE-001F-CDB8-4714-9337CD1CB952}"/>
              </a:ext>
            </a:extLst>
          </p:cNvPr>
          <p:cNvSpPr>
            <a:spLocks noGrp="1"/>
          </p:cNvSpPr>
          <p:nvPr>
            <p:ph type="sldNum" sz="quarter" idx="4"/>
          </p:nvPr>
        </p:nvSpPr>
        <p:spPr/>
        <p:txBody>
          <a:bodyPr/>
          <a:lstStyle/>
          <a:p>
            <a:fld id="{58FB4751-880F-D840-AAA9-3A15815CC996}" type="slidenum">
              <a:rPr lang="en-US" smtClean="0"/>
              <a:pPr/>
              <a:t>21</a:t>
            </a:fld>
            <a:endParaRPr lang="en-US" dirty="0"/>
          </a:p>
        </p:txBody>
      </p:sp>
      <p:sp>
        <p:nvSpPr>
          <p:cNvPr id="3" name="TextBox 2">
            <a:extLst>
              <a:ext uri="{FF2B5EF4-FFF2-40B4-BE49-F238E27FC236}">
                <a16:creationId xmlns:a16="http://schemas.microsoft.com/office/drawing/2014/main" id="{CE7FC746-570C-35A3-64DB-9D23F2413095}"/>
              </a:ext>
            </a:extLst>
          </p:cNvPr>
          <p:cNvSpPr txBox="1"/>
          <p:nvPr/>
        </p:nvSpPr>
        <p:spPr>
          <a:xfrm>
            <a:off x="240792" y="647066"/>
            <a:ext cx="11710415" cy="5016758"/>
          </a:xfrm>
          <a:prstGeom prst="rect">
            <a:avLst/>
          </a:prstGeom>
          <a:noFill/>
        </p:spPr>
        <p:txBody>
          <a:bodyPr wrap="square" rtlCol="0">
            <a:spAutoFit/>
          </a:bodyPr>
          <a:lstStyle/>
          <a:p>
            <a:pPr lvl="0"/>
            <a:r>
              <a:rPr lang="en-IN" sz="2000" dirty="0"/>
              <a:t>Mundhe, N. N., &amp; </a:t>
            </a:r>
            <a:r>
              <a:rPr lang="en-IN" sz="2000" dirty="0" err="1"/>
              <a:t>Jaybhaye</a:t>
            </a:r>
            <a:r>
              <a:rPr lang="en-IN" sz="2000" dirty="0"/>
              <a:t>, R. G. (2014). Impact of urbanization on land use/land covers change using Geo-spatial techniques. </a:t>
            </a:r>
            <a:r>
              <a:rPr lang="en-IN" sz="2000" i="1" dirty="0"/>
              <a:t>International journal of geomatics and geosciences</a:t>
            </a:r>
            <a:r>
              <a:rPr lang="en-IN" sz="2000" dirty="0"/>
              <a:t>, </a:t>
            </a:r>
            <a:r>
              <a:rPr lang="en-IN" sz="2000" i="1" dirty="0"/>
              <a:t>5</a:t>
            </a:r>
            <a:r>
              <a:rPr lang="en-IN" sz="2000" dirty="0"/>
              <a:t>(1), 50-60.</a:t>
            </a:r>
          </a:p>
          <a:p>
            <a:pPr lvl="0"/>
            <a:r>
              <a:rPr lang="en-IN" sz="2000" dirty="0" err="1"/>
              <a:t>Narashid</a:t>
            </a:r>
            <a:r>
              <a:rPr lang="en-IN" sz="2000" dirty="0"/>
              <a:t>, R. H., &amp; Mohd, W. M. N. W. (2010, December). Air quality monitoring using remote sensing and GIS technologies. In </a:t>
            </a:r>
            <a:r>
              <a:rPr lang="en-IN" sz="2000" i="1" dirty="0"/>
              <a:t>2010 International Conference on Science and Social Research (CSSR 2010)</a:t>
            </a:r>
            <a:r>
              <a:rPr lang="en-IN" sz="2000" dirty="0"/>
              <a:t> (pp. 1186-1191). IEEE.</a:t>
            </a:r>
          </a:p>
          <a:p>
            <a:pPr lvl="0"/>
            <a:r>
              <a:rPr lang="en-IN" sz="2000" dirty="0" err="1"/>
              <a:t>Nejadkoorki</a:t>
            </a:r>
            <a:r>
              <a:rPr lang="en-IN" sz="2000" dirty="0"/>
              <a:t>, F., Nicholson, K., &amp; Hadad, K. (2011). The design of long-term air quality monitoring networks in urban areas using a spatiotemporal approach. </a:t>
            </a:r>
            <a:r>
              <a:rPr lang="en-IN" sz="2000" i="1" dirty="0"/>
              <a:t>Environmental monitoring and assessment</a:t>
            </a:r>
            <a:r>
              <a:rPr lang="en-IN" sz="2000" dirty="0"/>
              <a:t>, </a:t>
            </a:r>
            <a:r>
              <a:rPr lang="en-IN" sz="2000" i="1" dirty="0"/>
              <a:t>172</a:t>
            </a:r>
            <a:r>
              <a:rPr lang="en-IN" sz="2000" dirty="0"/>
              <a:t>, 215-223.</a:t>
            </a:r>
          </a:p>
          <a:p>
            <a:pPr lvl="0"/>
            <a:r>
              <a:rPr lang="en-IN" sz="2000" dirty="0"/>
              <a:t>Pune Municipal Corporation (PMC) Health Department. (2022). </a:t>
            </a:r>
            <a:r>
              <a:rPr lang="en-IN" sz="2000" i="1" dirty="0"/>
              <a:t>Annual health statistics report: Respiratory and cardiovascular diseases in Pune</a:t>
            </a:r>
            <a:r>
              <a:rPr lang="en-IN" sz="2000" dirty="0"/>
              <a:t>. Pune Municipal Corporation.</a:t>
            </a:r>
          </a:p>
          <a:p>
            <a:pPr lvl="0"/>
            <a:r>
              <a:rPr lang="en-IN" sz="2000" dirty="0"/>
              <a:t>RTO Pune. (2022). </a:t>
            </a:r>
            <a:r>
              <a:rPr lang="en-IN" sz="2000" i="1" dirty="0"/>
              <a:t>Vehicle registration statistics for Pune region</a:t>
            </a:r>
            <a:r>
              <a:rPr lang="en-IN" sz="2000" dirty="0"/>
              <a:t>. Regional Transport Office, Pune.</a:t>
            </a:r>
          </a:p>
          <a:p>
            <a:pPr lvl="0"/>
            <a:r>
              <a:rPr lang="en-IN" sz="2000" dirty="0"/>
              <a:t>Sharma, M., Dikshit, A. K., &amp; Prasad, R. K. (2019). Air pollution trends and challenges in India: A comparative study of Delhi, Bengaluru, and Chennai. </a:t>
            </a:r>
            <a:r>
              <a:rPr lang="en-IN" sz="2000" i="1" dirty="0"/>
              <a:t>Environmental Monitoring and Assessment, 191</a:t>
            </a:r>
            <a:r>
              <a:rPr lang="en-IN" sz="2000" dirty="0"/>
              <a:t>(11), 679. https://doi.org/10.1007/s10661-019-7795-4</a:t>
            </a:r>
          </a:p>
          <a:p>
            <a:pPr lvl="0"/>
            <a:r>
              <a:rPr lang="en-IN" sz="2000" dirty="0"/>
              <a:t>World Health Organization. (2021). </a:t>
            </a:r>
            <a:r>
              <a:rPr lang="en-IN" sz="2000" i="1" dirty="0"/>
              <a:t>Air pollution levels and health impacts</a:t>
            </a:r>
            <a:r>
              <a:rPr lang="en-IN" sz="2000" dirty="0"/>
              <a:t>. Retrieved from </a:t>
            </a:r>
            <a:r>
              <a:rPr lang="en-IN" sz="2000" u="sng" dirty="0">
                <a:hlinkClick r:id="rId2"/>
              </a:rPr>
              <a:t>https://www.who.int</a:t>
            </a:r>
            <a:endParaRPr lang="en-IN" sz="2000" dirty="0"/>
          </a:p>
          <a:p>
            <a:pPr lvl="0"/>
            <a:r>
              <a:rPr lang="en-IN" sz="2000" dirty="0" err="1"/>
              <a:t>Zhalehdoost</a:t>
            </a:r>
            <a:r>
              <a:rPr lang="en-IN" sz="2000" dirty="0"/>
              <a:t>, A., &amp; </a:t>
            </a:r>
            <a:r>
              <a:rPr lang="en-IN" sz="2000" dirty="0" err="1"/>
              <a:t>Taleai</a:t>
            </a:r>
            <a:r>
              <a:rPr lang="en-IN" sz="2000" dirty="0"/>
              <a:t>, M. (2022). A review of the application of machine learning and geospatial analysis methods in air pollution prediction. </a:t>
            </a:r>
            <a:r>
              <a:rPr lang="en-IN" sz="2000" i="1" dirty="0"/>
              <a:t>Pollution</a:t>
            </a:r>
            <a:r>
              <a:rPr lang="en-IN" sz="2000" dirty="0"/>
              <a:t>, </a:t>
            </a:r>
            <a:r>
              <a:rPr lang="en-IN" sz="2000" i="1" dirty="0"/>
              <a:t>8</a:t>
            </a:r>
            <a:r>
              <a:rPr lang="en-IN" sz="2000" dirty="0"/>
              <a:t>(3), 904-933.</a:t>
            </a:r>
          </a:p>
          <a:p>
            <a:endParaRPr lang="en-IN" sz="2000" dirty="0"/>
          </a:p>
        </p:txBody>
      </p:sp>
    </p:spTree>
    <p:extLst>
      <p:ext uri="{BB962C8B-B14F-4D97-AF65-F5344CB8AC3E}">
        <p14:creationId xmlns:p14="http://schemas.microsoft.com/office/powerpoint/2010/main" val="781976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380932" y="1078173"/>
            <a:ext cx="5641848" cy="5029200"/>
          </a:xfrm>
        </p:spPr>
        <p:txBody>
          <a:bodyPr/>
          <a:lstStyle/>
          <a:p>
            <a:r>
              <a:rPr lang="en-US"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purl.org/dc/elements/1.1/"/>
    <ds:schemaRef ds:uri="http://schemas.microsoft.com/office/2006/metadata/properties"/>
    <ds:schemaRef ds:uri="http://schemas.openxmlformats.org/package/2006/metadata/core-properties"/>
    <ds:schemaRef ds:uri="16c05727-aa75-4e4a-9b5f-8a80a1165891"/>
    <ds:schemaRef ds:uri="http://schemas.microsoft.com/sharepoint/v3"/>
    <ds:schemaRef ds:uri="http://schemas.microsoft.com/office/infopath/2007/PartnerControls"/>
    <ds:schemaRef ds:uri="http://purl.org/dc/terms/"/>
    <ds:schemaRef ds:uri="http://schemas.microsoft.com/office/2006/documentManagement/types"/>
    <ds:schemaRef ds:uri="230e9df3-be65-4c73-a93b-d1236ebd677e"/>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3059</Words>
  <Application>Microsoft Office PowerPoint</Application>
  <PresentationFormat>Widescreen</PresentationFormat>
  <Paragraphs>176</Paragraphs>
  <Slides>22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Courier New</vt:lpstr>
      <vt:lpstr>Gill Sans Nova Light</vt:lpstr>
      <vt:lpstr>Sagona Book</vt:lpstr>
      <vt:lpstr>Times New Roman</vt:lpstr>
      <vt:lpstr>Custom</vt:lpstr>
      <vt:lpstr>Research Topic:  Monitoring Air Quality and its Impact on Urban Environment of Pune City Using Geospatial Techniques      </vt:lpstr>
      <vt:lpstr> </vt:lpstr>
      <vt:lpstr> </vt:lpstr>
      <vt:lpstr>PowerPoint Presentation</vt:lpstr>
      <vt:lpstr>PowerPoint Presentation</vt:lpstr>
      <vt:lpstr>PowerPoint Presentation</vt:lpstr>
      <vt:lpstr>PowerPoint Presentation</vt:lpstr>
      <vt:lpstr>PowerPoint Presentation</vt:lpstr>
      <vt:lpstr>PowerPoint Presentation</vt:lpstr>
      <vt:lpstr>STUDY AREA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2023-12-12T20:05:16Z</dcterms:created>
  <dcterms:modified xsi:type="dcterms:W3CDTF">2025-06-23T03:15:15Z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